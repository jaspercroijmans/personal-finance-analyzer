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5" r:id="rId1"/>
  </p:sldMasterIdLst>
  <p:sldIdLst>
    <p:sldId id="256" r:id="rId2"/>
    <p:sldId id="257" r:id="rId3"/>
    <p:sldId id="258" r:id="rId4"/>
    <p:sldId id="262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BCF8D1-5CDF-4C8E-8EEC-72E339403B60}" v="9" dt="2026-01-13T14:23:20.9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per croijmans" userId="f86dc323274ef115" providerId="LiveId" clId="{6C9886B6-BF27-4343-B6DC-256FC21F34CE}"/>
    <pc:docChg chg="undo custSel addSld modSld">
      <pc:chgData name="Jasper croijmans" userId="f86dc323274ef115" providerId="LiveId" clId="{6C9886B6-BF27-4343-B6DC-256FC21F34CE}" dt="2026-01-13T14:23:43.827" v="1299" actId="114"/>
      <pc:docMkLst>
        <pc:docMk/>
      </pc:docMkLst>
      <pc:sldChg chg="modSp mod">
        <pc:chgData name="Jasper croijmans" userId="f86dc323274ef115" providerId="LiveId" clId="{6C9886B6-BF27-4343-B6DC-256FC21F34CE}" dt="2026-01-13T14:16:01.718" v="1136" actId="6549"/>
        <pc:sldMkLst>
          <pc:docMk/>
          <pc:sldMk cId="2123390671" sldId="258"/>
        </pc:sldMkLst>
        <pc:spChg chg="mod">
          <ac:chgData name="Jasper croijmans" userId="f86dc323274ef115" providerId="LiveId" clId="{6C9886B6-BF27-4343-B6DC-256FC21F34CE}" dt="2026-01-13T14:16:01.718" v="1136" actId="6549"/>
          <ac:spMkLst>
            <pc:docMk/>
            <pc:sldMk cId="2123390671" sldId="258"/>
            <ac:spMk id="4" creationId="{4FB25C94-E687-AC17-3887-E3630629E30C}"/>
          </ac:spMkLst>
        </pc:spChg>
      </pc:sldChg>
      <pc:sldChg chg="addSp delSp modSp mod">
        <pc:chgData name="Jasper croijmans" userId="f86dc323274ef115" providerId="LiveId" clId="{6C9886B6-BF27-4343-B6DC-256FC21F34CE}" dt="2026-01-12T12:48:15.087" v="727" actId="20577"/>
        <pc:sldMkLst>
          <pc:docMk/>
          <pc:sldMk cId="3130542668" sldId="259"/>
        </pc:sldMkLst>
        <pc:spChg chg="mod">
          <ac:chgData name="Jasper croijmans" userId="f86dc323274ef115" providerId="LiveId" clId="{6C9886B6-BF27-4343-B6DC-256FC21F34CE}" dt="2026-01-12T12:48:15.087" v="727" actId="20577"/>
          <ac:spMkLst>
            <pc:docMk/>
            <pc:sldMk cId="3130542668" sldId="259"/>
            <ac:spMk id="4" creationId="{17C9ECEF-0A35-305F-7C04-71A915591B36}"/>
          </ac:spMkLst>
        </pc:spChg>
        <pc:spChg chg="add del mod">
          <ac:chgData name="Jasper croijmans" userId="f86dc323274ef115" providerId="LiveId" clId="{6C9886B6-BF27-4343-B6DC-256FC21F34CE}" dt="2026-01-12T12:47:42.748" v="707"/>
          <ac:spMkLst>
            <pc:docMk/>
            <pc:sldMk cId="3130542668" sldId="259"/>
            <ac:spMk id="5" creationId="{F6589A1A-A4CD-9460-21F6-98B4FBCE0DCC}"/>
          </ac:spMkLst>
        </pc:spChg>
      </pc:sldChg>
      <pc:sldChg chg="addSp modSp new mod">
        <pc:chgData name="Jasper croijmans" userId="f86dc323274ef115" providerId="LiveId" clId="{6C9886B6-BF27-4343-B6DC-256FC21F34CE}" dt="2026-01-12T13:00:47.446" v="1111" actId="20577"/>
        <pc:sldMkLst>
          <pc:docMk/>
          <pc:sldMk cId="2699811895" sldId="261"/>
        </pc:sldMkLst>
        <pc:spChg chg="mod">
          <ac:chgData name="Jasper croijmans" userId="f86dc323274ef115" providerId="LiveId" clId="{6C9886B6-BF27-4343-B6DC-256FC21F34CE}" dt="2026-01-12T12:48:03.321" v="725" actId="20577"/>
          <ac:spMkLst>
            <pc:docMk/>
            <pc:sldMk cId="2699811895" sldId="261"/>
            <ac:spMk id="2" creationId="{546F54CD-9153-FB0D-D8B7-378F29E0E05D}"/>
          </ac:spMkLst>
        </pc:spChg>
        <pc:spChg chg="mod">
          <ac:chgData name="Jasper croijmans" userId="f86dc323274ef115" providerId="LiveId" clId="{6C9886B6-BF27-4343-B6DC-256FC21F34CE}" dt="2026-01-12T12:59:24.584" v="1096" actId="20577"/>
          <ac:spMkLst>
            <pc:docMk/>
            <pc:sldMk cId="2699811895" sldId="261"/>
            <ac:spMk id="3" creationId="{433C2EBB-9C9C-7C93-7661-C9C0DE1509F8}"/>
          </ac:spMkLst>
        </pc:spChg>
        <pc:graphicFrameChg chg="add mod modGraphic">
          <ac:chgData name="Jasper croijmans" userId="f86dc323274ef115" providerId="LiveId" clId="{6C9886B6-BF27-4343-B6DC-256FC21F34CE}" dt="2026-01-12T13:00:47.446" v="1111" actId="20577"/>
          <ac:graphicFrameMkLst>
            <pc:docMk/>
            <pc:sldMk cId="2699811895" sldId="261"/>
            <ac:graphicFrameMk id="4" creationId="{D79B46F8-860A-57F5-E960-FA4885911392}"/>
          </ac:graphicFrameMkLst>
        </pc:graphicFrameChg>
      </pc:sldChg>
      <pc:sldChg chg="addSp modSp new mod">
        <pc:chgData name="Jasper croijmans" userId="f86dc323274ef115" providerId="LiveId" clId="{6C9886B6-BF27-4343-B6DC-256FC21F34CE}" dt="2026-01-13T14:23:43.827" v="1299" actId="114"/>
        <pc:sldMkLst>
          <pc:docMk/>
          <pc:sldMk cId="3799357166" sldId="262"/>
        </pc:sldMkLst>
        <pc:spChg chg="mod">
          <ac:chgData name="Jasper croijmans" userId="f86dc323274ef115" providerId="LiveId" clId="{6C9886B6-BF27-4343-B6DC-256FC21F34CE}" dt="2026-01-13T14:14:37.190" v="1119" actId="20577"/>
          <ac:spMkLst>
            <pc:docMk/>
            <pc:sldMk cId="3799357166" sldId="262"/>
            <ac:spMk id="2" creationId="{021B6A5F-56CE-AC64-980E-8CACF1E28D57}"/>
          </ac:spMkLst>
        </pc:spChg>
        <pc:spChg chg="mod">
          <ac:chgData name="Jasper croijmans" userId="f86dc323274ef115" providerId="LiveId" clId="{6C9886B6-BF27-4343-B6DC-256FC21F34CE}" dt="2026-01-13T14:20:20.728" v="1244" actId="14100"/>
          <ac:spMkLst>
            <pc:docMk/>
            <pc:sldMk cId="3799357166" sldId="262"/>
            <ac:spMk id="3" creationId="{93BB0054-1054-9335-59CF-3F64F8D4FCDC}"/>
          </ac:spMkLst>
        </pc:spChg>
        <pc:spChg chg="add mod">
          <ac:chgData name="Jasper croijmans" userId="f86dc323274ef115" providerId="LiveId" clId="{6C9886B6-BF27-4343-B6DC-256FC21F34CE}" dt="2026-01-13T14:21:42.082" v="1257" actId="1076"/>
          <ac:spMkLst>
            <pc:docMk/>
            <pc:sldMk cId="3799357166" sldId="262"/>
            <ac:spMk id="4" creationId="{748D82EB-F253-CC9B-7EDE-C97C41B9F477}"/>
          </ac:spMkLst>
        </pc:spChg>
        <pc:spChg chg="add mod">
          <ac:chgData name="Jasper croijmans" userId="f86dc323274ef115" providerId="LiveId" clId="{6C9886B6-BF27-4343-B6DC-256FC21F34CE}" dt="2026-01-13T14:23:43.827" v="1299" actId="114"/>
          <ac:spMkLst>
            <pc:docMk/>
            <pc:sldMk cId="3799357166" sldId="262"/>
            <ac:spMk id="5" creationId="{16653702-9EA8-C6AB-D770-B114DB647FD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EBC55-5864-427B-84CF-6441AA82BD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6745" y="1205037"/>
            <a:ext cx="7744993" cy="2541336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B52BDB-18E0-4991-A6F2-7AD542015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6745" y="3949332"/>
            <a:ext cx="7744993" cy="2006735"/>
          </a:xfrm>
        </p:spPr>
        <p:txBody>
          <a:bodyPr>
            <a:normAutofit/>
          </a:bodyPr>
          <a:lstStyle>
            <a:lvl1pPr marL="0" indent="0" algn="l">
              <a:buNone/>
              <a:defRPr sz="20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F0ABC6-907E-47DE-8E40-61F2DD1B4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AB158-6097-43A1-90B6-406F93670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E077-FF20-4DD9-92B5-EE1C4D6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972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31C13-CF9D-4E82-A5B4-91008DCD2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06FD2-89E8-4415-ADF7-22F4A4C2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CBBFF-8889-497F-B4CA-A031E8DD3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78DAF-985B-4BB4-ADA9-02EA979F1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A10DBC-42B5-46AB-B36A-B39128E69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472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1B6E7-01C8-4375-B7C7-596CD1199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83229"/>
            <a:ext cx="8214179" cy="3303133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441675-8F3E-47CC-9573-D853C506D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295900"/>
            <a:ext cx="8214179" cy="7937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19F49-690E-49EC-BD41-75A18C9E3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BC9E70-1401-468E-97DE-4255CA222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BE14C-9127-4582-A006-2AEA93AF7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575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34DF9-FA60-4E7B-BDE8-C0F9AFE636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F1133-890E-4E96-AEDD-0F921E26F5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6745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763B4-4987-4303-9640-54B67DD75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97174" y="2250798"/>
            <a:ext cx="4445899" cy="375267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94AAD8-D444-410E-98EC-47076908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2F01E-6867-4604-8B58-F65BCC820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43D87-0EC8-43C7-9D1B-46DB52129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092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605AE-70FD-4CEE-BDFB-D5C0A3D35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5" y="960120"/>
            <a:ext cx="9196928" cy="106070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091E2-4532-4D16-827E-4DB0688FD8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7153" y="2062842"/>
            <a:ext cx="4445899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2B53BE-9EDA-4D07-A042-0D101FAB9A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6745" y="2882837"/>
            <a:ext cx="4446642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DFDFC1-7510-4F8E-A831-ABA33D977A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25280" y="2062842"/>
            <a:ext cx="4467794" cy="7818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2A42F0-9A48-4946-8BA8-394CBF01A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24868" y="2882837"/>
            <a:ext cx="4468541" cy="334379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0FC563-D319-494F-AA63-0BDF1D25E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42F4FE-433A-42F6-8A73-AD843352B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575352-FC7F-4BA8-940F-2F920C280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416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FB5-4B13-4412-9F42-62450D6AA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87ECA-0E5D-4DD2-B664-DF351875F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E2406B-A925-466A-AF79-D0A4E0EA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61B050-D381-4E1A-88DD-361F0EE9D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5700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C8BF592-6A15-4999-ACFA-A535A113B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19EFC1-AD45-4610-8FC6-2058F55E4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3DF506-CFF9-4BD2-8D76-337792779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4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77674-EAFF-4CAE-A685-8AEA617D06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94014"/>
            <a:ext cx="3932237" cy="143691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3A185-E15D-46FD-A4FB-709A8B5D0B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094014"/>
            <a:ext cx="6172200" cy="476703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4086F7-5F48-40D6-B4E3-1347EA21B0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2"/>
            <a:ext cx="3932237" cy="325097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4FC41-0A32-438D-9A47-F932AB492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0F85D-CB6B-48E8-B56F-81472CE9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120E-E239-4B93-AC67-210D23BD2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7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F02C-5A08-45D4-AFE1-8EF0E6DEC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1065120"/>
            <a:ext cx="3932237" cy="14658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2EF863-20E6-4CF9-A179-0A2A52E5F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CFB1A-5B7E-45DA-9713-0CD8E3121F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618014"/>
            <a:ext cx="3932237" cy="325097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EFD67F-901E-4423-A48F-41F00ECA5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B04982-0749-4F34-A4DB-DDC12BD4B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38447-AEAF-40D9-B3D3-94404C144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415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7071ABCB-C306-49F0-8D5D-0B890583C1CE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4A67F94-2250-4B3A-8424-1BC0A0BCB3FF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FB942D8-95BE-4CFD-BFCC-26209EC192CE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DF6499A-D398-4CBC-AA22-4277539430FC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D91493C-6480-4A3F-8836-1727CBA3C849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546BFEE-D3D9-4B18-BA88-49F7C7D26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8186" y="959587"/>
            <a:ext cx="9076329" cy="106427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EA5BD3-1A63-4F94-ADFA-5CA2A414DE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148186" y="2248257"/>
            <a:ext cx="9076329" cy="365015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21888E-6FA1-446E-A77C-7D26923F6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33313F-58CA-4397-A3B4-71B068D1E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C6AB3-89E2-4B6A-A5F3-3FB781C1A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679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87BC2869-B8E0-44C7-801E-BA0C2C1B5E82}"/>
              </a:ext>
            </a:extLst>
          </p:cNvPr>
          <p:cNvGrpSpPr/>
          <p:nvPr/>
        </p:nvGrpSpPr>
        <p:grpSpPr>
          <a:xfrm rot="10800000">
            <a:off x="0" y="1827078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A7CEB8F-94FA-4A87-AA80-066173AA5C5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74F9817E-A26F-4D7B-82A1-FA647EE4C86F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0E734839-B51C-4112-A4D8-DDFCB7F84A6F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1DFF651-C17F-4B2C-A962-32FA4958BCFA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9B263D-CDF8-431B-A5D1-9687649138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31030" y="866253"/>
            <a:ext cx="2222769" cy="5310710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6B9BE-E660-4F3A-ABA1-86667DC133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66253"/>
            <a:ext cx="8164286" cy="531071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082700-F509-4302-AE0E-6CC56401A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008460-8B2F-4AAA-A4E2-10730069204C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3BD63-5B0C-4FB3-8434-8EA1A84F2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F3E9EB-019B-4F03-8147-D6CBA6B1E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46259B-8396-46CD-AD42-FDEDA89DA27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7293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D206359A-F1E3-49EE-BBC2-40888C4A3628}"/>
              </a:ext>
            </a:extLst>
          </p:cNvPr>
          <p:cNvGrpSpPr/>
          <p:nvPr/>
        </p:nvGrpSpPr>
        <p:grpSpPr>
          <a:xfrm>
            <a:off x="9265700" y="2026"/>
            <a:ext cx="2926300" cy="5030922"/>
            <a:chOff x="9265700" y="2026"/>
            <a:chExt cx="2926300" cy="5030922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ED90C42-6A0F-48E8-BF96-7D3E2A395EC7}"/>
                </a:ext>
              </a:extLst>
            </p:cNvPr>
            <p:cNvSpPr/>
            <p:nvPr/>
          </p:nvSpPr>
          <p:spPr>
            <a:xfrm>
              <a:off x="9326904" y="2026"/>
              <a:ext cx="2249810" cy="2294745"/>
            </a:xfrm>
            <a:custGeom>
              <a:avLst/>
              <a:gdLst>
                <a:gd name="connsiteX0" fmla="*/ 49162 w 2249810"/>
                <a:gd name="connsiteY0" fmla="*/ 0 h 2294745"/>
                <a:gd name="connsiteX1" fmla="*/ 2200648 w 2249810"/>
                <a:gd name="connsiteY1" fmla="*/ 0 h 2294745"/>
                <a:gd name="connsiteX2" fmla="*/ 2210105 w 2249810"/>
                <a:gd name="connsiteY2" fmla="*/ 23601 h 2294745"/>
                <a:gd name="connsiteX3" fmla="*/ 2249810 w 2249810"/>
                <a:gd name="connsiteY3" fmla="*/ 326934 h 2294745"/>
                <a:gd name="connsiteX4" fmla="*/ 2249810 w 2249810"/>
                <a:gd name="connsiteY4" fmla="*/ 422824 h 2294745"/>
                <a:gd name="connsiteX5" fmla="*/ 2249810 w 2249810"/>
                <a:gd name="connsiteY5" fmla="*/ 696534 h 2294745"/>
                <a:gd name="connsiteX6" fmla="*/ 2249810 w 2249810"/>
                <a:gd name="connsiteY6" fmla="*/ 848826 h 2294745"/>
                <a:gd name="connsiteX7" fmla="*/ 2249810 w 2249810"/>
                <a:gd name="connsiteY7" fmla="*/ 1058531 h 2294745"/>
                <a:gd name="connsiteX8" fmla="*/ 2249810 w 2249810"/>
                <a:gd name="connsiteY8" fmla="*/ 1218426 h 2294745"/>
                <a:gd name="connsiteX9" fmla="*/ 1955981 w 2249810"/>
                <a:gd name="connsiteY9" fmla="*/ 1845313 h 2294745"/>
                <a:gd name="connsiteX10" fmla="*/ 1225437 w 2249810"/>
                <a:gd name="connsiteY10" fmla="*/ 2208220 h 2294745"/>
                <a:gd name="connsiteX11" fmla="*/ 1123061 w 2249810"/>
                <a:gd name="connsiteY11" fmla="*/ 2294745 h 2294745"/>
                <a:gd name="connsiteX12" fmla="*/ 1024372 w 2249810"/>
                <a:gd name="connsiteY12" fmla="*/ 2208220 h 2294745"/>
                <a:gd name="connsiteX13" fmla="*/ 293828 w 2249810"/>
                <a:gd name="connsiteY13" fmla="*/ 1845313 h 2294745"/>
                <a:gd name="connsiteX14" fmla="*/ 0 w 2249810"/>
                <a:gd name="connsiteY14" fmla="*/ 1218426 h 2294745"/>
                <a:gd name="connsiteX15" fmla="*/ 0 w 2249810"/>
                <a:gd name="connsiteY15" fmla="*/ 1058531 h 2294745"/>
                <a:gd name="connsiteX16" fmla="*/ 0 w 2249810"/>
                <a:gd name="connsiteY16" fmla="*/ 848826 h 2294745"/>
                <a:gd name="connsiteX17" fmla="*/ 0 w 2249810"/>
                <a:gd name="connsiteY17" fmla="*/ 696534 h 2294745"/>
                <a:gd name="connsiteX18" fmla="*/ 0 w 2249810"/>
                <a:gd name="connsiteY18" fmla="*/ 422824 h 2294745"/>
                <a:gd name="connsiteX19" fmla="*/ 0 w 2249810"/>
                <a:gd name="connsiteY19" fmla="*/ 326934 h 2294745"/>
                <a:gd name="connsiteX20" fmla="*/ 39705 w 2249810"/>
                <a:gd name="connsiteY20" fmla="*/ 23601 h 2294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249810" h="2294745">
                  <a:moveTo>
                    <a:pt x="49162" y="0"/>
                  </a:moveTo>
                  <a:lnTo>
                    <a:pt x="2200648" y="0"/>
                  </a:lnTo>
                  <a:lnTo>
                    <a:pt x="2210105" y="23601"/>
                  </a:lnTo>
                  <a:cubicBezTo>
                    <a:pt x="2236898" y="106934"/>
                    <a:pt x="2249810" y="205568"/>
                    <a:pt x="2249810" y="326934"/>
                  </a:cubicBezTo>
                  <a:lnTo>
                    <a:pt x="2249810" y="422824"/>
                  </a:lnTo>
                  <a:lnTo>
                    <a:pt x="2249810" y="696534"/>
                  </a:lnTo>
                  <a:lnTo>
                    <a:pt x="2249810" y="848826"/>
                  </a:lnTo>
                  <a:lnTo>
                    <a:pt x="2249810" y="1058531"/>
                  </a:lnTo>
                  <a:lnTo>
                    <a:pt x="2249810" y="1218426"/>
                  </a:lnTo>
                  <a:cubicBezTo>
                    <a:pt x="2249810" y="1542068"/>
                    <a:pt x="2157989" y="1704061"/>
                    <a:pt x="1955981" y="1845313"/>
                  </a:cubicBezTo>
                  <a:cubicBezTo>
                    <a:pt x="1745898" y="1967026"/>
                    <a:pt x="1470144" y="2019115"/>
                    <a:pt x="1225437" y="2208220"/>
                  </a:cubicBezTo>
                  <a:lnTo>
                    <a:pt x="1123061" y="2294745"/>
                  </a:lnTo>
                  <a:lnTo>
                    <a:pt x="1024372" y="2208220"/>
                  </a:lnTo>
                  <a:cubicBezTo>
                    <a:pt x="779664" y="2019115"/>
                    <a:pt x="503910" y="1967026"/>
                    <a:pt x="293828" y="1845313"/>
                  </a:cubicBezTo>
                  <a:cubicBezTo>
                    <a:pt x="91820" y="1704061"/>
                    <a:pt x="0" y="1542068"/>
                    <a:pt x="0" y="1218426"/>
                  </a:cubicBezTo>
                  <a:lnTo>
                    <a:pt x="0" y="1058531"/>
                  </a:lnTo>
                  <a:lnTo>
                    <a:pt x="0" y="848826"/>
                  </a:lnTo>
                  <a:lnTo>
                    <a:pt x="0" y="696534"/>
                  </a:lnTo>
                  <a:lnTo>
                    <a:pt x="0" y="422824"/>
                  </a:lnTo>
                  <a:lnTo>
                    <a:pt x="0" y="326934"/>
                  </a:lnTo>
                  <a:cubicBezTo>
                    <a:pt x="0" y="205568"/>
                    <a:pt x="12912" y="106934"/>
                    <a:pt x="39705" y="23601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DA0863A-55F7-4EB0-9451-F3EE4D65DBDB}"/>
                </a:ext>
              </a:extLst>
            </p:cNvPr>
            <p:cNvSpPr/>
            <p:nvPr/>
          </p:nvSpPr>
          <p:spPr>
            <a:xfrm>
              <a:off x="10597154" y="1907348"/>
              <a:ext cx="1594846" cy="3044131"/>
            </a:xfrm>
            <a:custGeom>
              <a:avLst/>
              <a:gdLst>
                <a:gd name="connsiteX0" fmla="*/ 1126749 w 1594846"/>
                <a:gd name="connsiteY0" fmla="*/ 0 h 3044131"/>
                <a:gd name="connsiteX1" fmla="*/ 1225438 w 1594846"/>
                <a:gd name="connsiteY1" fmla="*/ 86525 h 3044131"/>
                <a:gd name="connsiteX2" fmla="*/ 1413279 w 1594846"/>
                <a:gd name="connsiteY2" fmla="*/ 205892 h 3044131"/>
                <a:gd name="connsiteX3" fmla="*/ 1594846 w 1594846"/>
                <a:gd name="connsiteY3" fmla="*/ 289191 h 3044131"/>
                <a:gd name="connsiteX4" fmla="*/ 1594846 w 1594846"/>
                <a:gd name="connsiteY4" fmla="*/ 2754939 h 3044131"/>
                <a:gd name="connsiteX5" fmla="*/ 1413277 w 1594846"/>
                <a:gd name="connsiteY5" fmla="*/ 2838239 h 3044131"/>
                <a:gd name="connsiteX6" fmla="*/ 1225436 w 1594846"/>
                <a:gd name="connsiteY6" fmla="*/ 2957606 h 3044131"/>
                <a:gd name="connsiteX7" fmla="*/ 1123061 w 1594846"/>
                <a:gd name="connsiteY7" fmla="*/ 3044131 h 3044131"/>
                <a:gd name="connsiteX8" fmla="*/ 1024372 w 1594846"/>
                <a:gd name="connsiteY8" fmla="*/ 2957606 h 3044131"/>
                <a:gd name="connsiteX9" fmla="*/ 293828 w 1594846"/>
                <a:gd name="connsiteY9" fmla="*/ 2594699 h 3044131"/>
                <a:gd name="connsiteX10" fmla="*/ 0 w 1594846"/>
                <a:gd name="connsiteY10" fmla="*/ 1967812 h 3044131"/>
                <a:gd name="connsiteX11" fmla="*/ 0 w 1594846"/>
                <a:gd name="connsiteY11" fmla="*/ 1807917 h 3044131"/>
                <a:gd name="connsiteX12" fmla="*/ 0 w 1594846"/>
                <a:gd name="connsiteY12" fmla="*/ 1598212 h 3044131"/>
                <a:gd name="connsiteX13" fmla="*/ 0 w 1594846"/>
                <a:gd name="connsiteY13" fmla="*/ 1445920 h 3044131"/>
                <a:gd name="connsiteX14" fmla="*/ 0 w 1594846"/>
                <a:gd name="connsiteY14" fmla="*/ 1172210 h 3044131"/>
                <a:gd name="connsiteX15" fmla="*/ 0 w 1594846"/>
                <a:gd name="connsiteY15" fmla="*/ 1076320 h 3044131"/>
                <a:gd name="connsiteX16" fmla="*/ 293829 w 1594846"/>
                <a:gd name="connsiteY16" fmla="*/ 449433 h 3044131"/>
                <a:gd name="connsiteX17" fmla="*/ 1024374 w 1594846"/>
                <a:gd name="connsiteY17" fmla="*/ 86525 h 304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594846" h="3044131">
                  <a:moveTo>
                    <a:pt x="1126749" y="0"/>
                  </a:moveTo>
                  <a:lnTo>
                    <a:pt x="1225438" y="86525"/>
                  </a:lnTo>
                  <a:cubicBezTo>
                    <a:pt x="1286615" y="133801"/>
                    <a:pt x="1349732" y="172514"/>
                    <a:pt x="1413279" y="205892"/>
                  </a:cubicBezTo>
                  <a:lnTo>
                    <a:pt x="1594846" y="289191"/>
                  </a:lnTo>
                  <a:lnTo>
                    <a:pt x="1594846" y="2754939"/>
                  </a:lnTo>
                  <a:lnTo>
                    <a:pt x="1413277" y="2838239"/>
                  </a:lnTo>
                  <a:cubicBezTo>
                    <a:pt x="1349730" y="2871617"/>
                    <a:pt x="1286613" y="2910330"/>
                    <a:pt x="1225436" y="2957606"/>
                  </a:cubicBezTo>
                  <a:lnTo>
                    <a:pt x="1123061" y="3044131"/>
                  </a:lnTo>
                  <a:lnTo>
                    <a:pt x="1024372" y="2957606"/>
                  </a:lnTo>
                  <a:cubicBezTo>
                    <a:pt x="779664" y="2768501"/>
                    <a:pt x="503910" y="2716412"/>
                    <a:pt x="293828" y="2594699"/>
                  </a:cubicBezTo>
                  <a:cubicBezTo>
                    <a:pt x="91820" y="2453447"/>
                    <a:pt x="0" y="2291454"/>
                    <a:pt x="0" y="1967812"/>
                  </a:cubicBezTo>
                  <a:lnTo>
                    <a:pt x="0" y="1807917"/>
                  </a:lnTo>
                  <a:lnTo>
                    <a:pt x="0" y="1598212"/>
                  </a:lnTo>
                  <a:lnTo>
                    <a:pt x="0" y="1445920"/>
                  </a:lnTo>
                  <a:lnTo>
                    <a:pt x="0" y="1172210"/>
                  </a:lnTo>
                  <a:lnTo>
                    <a:pt x="0" y="1076320"/>
                  </a:lnTo>
                  <a:cubicBezTo>
                    <a:pt x="0" y="752678"/>
                    <a:pt x="91821" y="590684"/>
                    <a:pt x="293829" y="449433"/>
                  </a:cubicBezTo>
                  <a:cubicBezTo>
                    <a:pt x="503912" y="327719"/>
                    <a:pt x="779665" y="275630"/>
                    <a:pt x="1024374" y="86525"/>
                  </a:cubicBezTo>
                  <a:close/>
                </a:path>
              </a:pathLst>
            </a:custGeom>
            <a:solidFill>
              <a:schemeClr val="bg2">
                <a:lumMod val="75000"/>
                <a:alpha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5FE7CFE2-40F6-44B2-8AAD-0C384EEFCF7E}"/>
                </a:ext>
              </a:extLst>
            </p:cNvPr>
            <p:cNvSpPr/>
            <p:nvPr/>
          </p:nvSpPr>
          <p:spPr>
            <a:xfrm>
              <a:off x="9265700" y="7622"/>
              <a:ext cx="2372219" cy="2371961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4282900 w 4447989"/>
                <a:gd name="connsiteY0" fmla="*/ 2048959 h 5795027"/>
                <a:gd name="connsiteX1" fmla="*/ 4282900 w 4447989"/>
                <a:gd name="connsiteY1" fmla="*/ 2231503 h 5795027"/>
                <a:gd name="connsiteX2" fmla="*/ 4282900 w 4447989"/>
                <a:gd name="connsiteY2" fmla="*/ 2752557 h 5795027"/>
                <a:gd name="connsiteX3" fmla="*/ 4282900 w 4447989"/>
                <a:gd name="connsiteY3" fmla="*/ 3042471 h 5795027"/>
                <a:gd name="connsiteX4" fmla="*/ 4282900 w 4447989"/>
                <a:gd name="connsiteY4" fmla="*/ 3441681 h 5795027"/>
                <a:gd name="connsiteX5" fmla="*/ 4282900 w 4447989"/>
                <a:gd name="connsiteY5" fmla="*/ 3746068 h 5795027"/>
                <a:gd name="connsiteX6" fmla="*/ 3723546 w 4447989"/>
                <a:gd name="connsiteY6" fmla="*/ 4939455 h 5795027"/>
                <a:gd name="connsiteX7" fmla="*/ 2332829 w 4447989"/>
                <a:gd name="connsiteY7" fmla="*/ 5630311 h 5795027"/>
                <a:gd name="connsiteX8" fmla="*/ 2137940 w 4447989"/>
                <a:gd name="connsiteY8" fmla="*/ 5795027 h 5795027"/>
                <a:gd name="connsiteX9" fmla="*/ 1950069 w 4447989"/>
                <a:gd name="connsiteY9" fmla="*/ 5630311 h 5795027"/>
                <a:gd name="connsiteX10" fmla="*/ 559353 w 4447989"/>
                <a:gd name="connsiteY10" fmla="*/ 4939455 h 5795027"/>
                <a:gd name="connsiteX11" fmla="*/ 0 w 4447989"/>
                <a:gd name="connsiteY11" fmla="*/ 3746068 h 5795027"/>
                <a:gd name="connsiteX12" fmla="*/ 0 w 4447989"/>
                <a:gd name="connsiteY12" fmla="*/ 3441681 h 5795027"/>
                <a:gd name="connsiteX13" fmla="*/ 0 w 4447989"/>
                <a:gd name="connsiteY13" fmla="*/ 3042471 h 5795027"/>
                <a:gd name="connsiteX14" fmla="*/ 0 w 4447989"/>
                <a:gd name="connsiteY14" fmla="*/ 2752557 h 5795027"/>
                <a:gd name="connsiteX15" fmla="*/ 0 w 4447989"/>
                <a:gd name="connsiteY15" fmla="*/ 2231503 h 5795027"/>
                <a:gd name="connsiteX16" fmla="*/ 0 w 4447989"/>
                <a:gd name="connsiteY16" fmla="*/ 2048959 h 5795027"/>
                <a:gd name="connsiteX17" fmla="*/ 559354 w 4447989"/>
                <a:gd name="connsiteY17" fmla="*/ 855573 h 5795027"/>
                <a:gd name="connsiteX18" fmla="*/ 1950071 w 4447989"/>
                <a:gd name="connsiteY18" fmla="*/ 164715 h 5795027"/>
                <a:gd name="connsiteX19" fmla="*/ 2144960 w 4447989"/>
                <a:gd name="connsiteY19" fmla="*/ 0 h 5795027"/>
                <a:gd name="connsiteX20" fmla="*/ 2332832 w 4447989"/>
                <a:gd name="connsiteY20" fmla="*/ 164715 h 5795027"/>
                <a:gd name="connsiteX21" fmla="*/ 3723546 w 4447989"/>
                <a:gd name="connsiteY21" fmla="*/ 855573 h 5795027"/>
                <a:gd name="connsiteX22" fmla="*/ 4447989 w 4447989"/>
                <a:gd name="connsiteY22" fmla="*/ 2214048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82900"/>
                <a:gd name="connsiteY0" fmla="*/ 1519558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48071 w 4292243"/>
                <a:gd name="connsiteY0" fmla="*/ 1519558 h 5795027"/>
                <a:gd name="connsiteX1" fmla="*/ 4282900 w 4292243"/>
                <a:gd name="connsiteY1" fmla="*/ 2231503 h 5795027"/>
                <a:gd name="connsiteX2" fmla="*/ 4282900 w 4292243"/>
                <a:gd name="connsiteY2" fmla="*/ 2752557 h 5795027"/>
                <a:gd name="connsiteX3" fmla="*/ 4282900 w 4292243"/>
                <a:gd name="connsiteY3" fmla="*/ 3042471 h 5795027"/>
                <a:gd name="connsiteX4" fmla="*/ 4282900 w 4292243"/>
                <a:gd name="connsiteY4" fmla="*/ 3441681 h 5795027"/>
                <a:gd name="connsiteX5" fmla="*/ 4282900 w 4292243"/>
                <a:gd name="connsiteY5" fmla="*/ 3746068 h 5795027"/>
                <a:gd name="connsiteX6" fmla="*/ 3723546 w 4292243"/>
                <a:gd name="connsiteY6" fmla="*/ 4939455 h 5795027"/>
                <a:gd name="connsiteX7" fmla="*/ 2332829 w 4292243"/>
                <a:gd name="connsiteY7" fmla="*/ 5630311 h 5795027"/>
                <a:gd name="connsiteX8" fmla="*/ 2137940 w 4292243"/>
                <a:gd name="connsiteY8" fmla="*/ 5795027 h 5795027"/>
                <a:gd name="connsiteX9" fmla="*/ 1950069 w 4292243"/>
                <a:gd name="connsiteY9" fmla="*/ 5630311 h 5795027"/>
                <a:gd name="connsiteX10" fmla="*/ 559353 w 4292243"/>
                <a:gd name="connsiteY10" fmla="*/ 4939455 h 5795027"/>
                <a:gd name="connsiteX11" fmla="*/ 0 w 4292243"/>
                <a:gd name="connsiteY11" fmla="*/ 3746068 h 5795027"/>
                <a:gd name="connsiteX12" fmla="*/ 0 w 4292243"/>
                <a:gd name="connsiteY12" fmla="*/ 3441681 h 5795027"/>
                <a:gd name="connsiteX13" fmla="*/ 0 w 4292243"/>
                <a:gd name="connsiteY13" fmla="*/ 3042471 h 5795027"/>
                <a:gd name="connsiteX14" fmla="*/ 0 w 4292243"/>
                <a:gd name="connsiteY14" fmla="*/ 2752557 h 5795027"/>
                <a:gd name="connsiteX15" fmla="*/ 0 w 4292243"/>
                <a:gd name="connsiteY15" fmla="*/ 2231503 h 5795027"/>
                <a:gd name="connsiteX16" fmla="*/ 0 w 4292243"/>
                <a:gd name="connsiteY16" fmla="*/ 2048959 h 5795027"/>
                <a:gd name="connsiteX17" fmla="*/ 559354 w 4292243"/>
                <a:gd name="connsiteY17" fmla="*/ 855573 h 5795027"/>
                <a:gd name="connsiteX18" fmla="*/ 1950071 w 4292243"/>
                <a:gd name="connsiteY18" fmla="*/ 164715 h 5795027"/>
                <a:gd name="connsiteX19" fmla="*/ 2144960 w 4292243"/>
                <a:gd name="connsiteY19" fmla="*/ 0 h 5795027"/>
                <a:gd name="connsiteX20" fmla="*/ 2332832 w 4292243"/>
                <a:gd name="connsiteY20" fmla="*/ 164715 h 5795027"/>
                <a:gd name="connsiteX21" fmla="*/ 3723546 w 4292243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3723546 w 4282900"/>
                <a:gd name="connsiteY21" fmla="*/ 855573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2144960 w 4282900"/>
                <a:gd name="connsiteY18" fmla="*/ 0 h 5795027"/>
                <a:gd name="connsiteX0" fmla="*/ 4213242 w 4282900"/>
                <a:gd name="connsiteY0" fmla="*/ 1512593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64279 w 4282900"/>
                <a:gd name="connsiteY17" fmla="*/ 1516418 h 5795027"/>
                <a:gd name="connsiteX18" fmla="*/ 559354 w 4282900"/>
                <a:gd name="connsiteY18" fmla="*/ 855573 h 5795027"/>
                <a:gd name="connsiteX19" fmla="*/ 2144960 w 4282900"/>
                <a:gd name="connsiteY19" fmla="*/ 0 h 5795027"/>
                <a:gd name="connsiteX0" fmla="*/ 4213242 w 4282900"/>
                <a:gd name="connsiteY0" fmla="*/ 657020 h 4939454"/>
                <a:gd name="connsiteX1" fmla="*/ 4282900 w 4282900"/>
                <a:gd name="connsiteY1" fmla="*/ 1375930 h 4939454"/>
                <a:gd name="connsiteX2" fmla="*/ 4282900 w 4282900"/>
                <a:gd name="connsiteY2" fmla="*/ 1896984 h 4939454"/>
                <a:gd name="connsiteX3" fmla="*/ 4282900 w 4282900"/>
                <a:gd name="connsiteY3" fmla="*/ 2186898 h 4939454"/>
                <a:gd name="connsiteX4" fmla="*/ 4282900 w 4282900"/>
                <a:gd name="connsiteY4" fmla="*/ 2586108 h 4939454"/>
                <a:gd name="connsiteX5" fmla="*/ 4282900 w 4282900"/>
                <a:gd name="connsiteY5" fmla="*/ 2890495 h 4939454"/>
                <a:gd name="connsiteX6" fmla="*/ 3723546 w 4282900"/>
                <a:gd name="connsiteY6" fmla="*/ 4083882 h 4939454"/>
                <a:gd name="connsiteX7" fmla="*/ 2332829 w 4282900"/>
                <a:gd name="connsiteY7" fmla="*/ 4774738 h 4939454"/>
                <a:gd name="connsiteX8" fmla="*/ 2137940 w 4282900"/>
                <a:gd name="connsiteY8" fmla="*/ 4939454 h 4939454"/>
                <a:gd name="connsiteX9" fmla="*/ 1950069 w 4282900"/>
                <a:gd name="connsiteY9" fmla="*/ 4774738 h 4939454"/>
                <a:gd name="connsiteX10" fmla="*/ 559353 w 4282900"/>
                <a:gd name="connsiteY10" fmla="*/ 4083882 h 4939454"/>
                <a:gd name="connsiteX11" fmla="*/ 0 w 4282900"/>
                <a:gd name="connsiteY11" fmla="*/ 2890495 h 4939454"/>
                <a:gd name="connsiteX12" fmla="*/ 0 w 4282900"/>
                <a:gd name="connsiteY12" fmla="*/ 2586108 h 4939454"/>
                <a:gd name="connsiteX13" fmla="*/ 0 w 4282900"/>
                <a:gd name="connsiteY13" fmla="*/ 2186898 h 4939454"/>
                <a:gd name="connsiteX14" fmla="*/ 0 w 4282900"/>
                <a:gd name="connsiteY14" fmla="*/ 1896984 h 4939454"/>
                <a:gd name="connsiteX15" fmla="*/ 0 w 4282900"/>
                <a:gd name="connsiteY15" fmla="*/ 1375930 h 4939454"/>
                <a:gd name="connsiteX16" fmla="*/ 0 w 4282900"/>
                <a:gd name="connsiteY16" fmla="*/ 1193386 h 4939454"/>
                <a:gd name="connsiteX17" fmla="*/ 64279 w 4282900"/>
                <a:gd name="connsiteY17" fmla="*/ 660845 h 4939454"/>
                <a:gd name="connsiteX18" fmla="*/ 559354 w 4282900"/>
                <a:gd name="connsiteY18" fmla="*/ 0 h 493945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  <a:gd name="connsiteX0" fmla="*/ 4213242 w 4282900"/>
                <a:gd name="connsiteY0" fmla="*/ 0 h 4282434"/>
                <a:gd name="connsiteX1" fmla="*/ 4282900 w 4282900"/>
                <a:gd name="connsiteY1" fmla="*/ 718910 h 4282434"/>
                <a:gd name="connsiteX2" fmla="*/ 4282900 w 4282900"/>
                <a:gd name="connsiteY2" fmla="*/ 1239964 h 4282434"/>
                <a:gd name="connsiteX3" fmla="*/ 4282900 w 4282900"/>
                <a:gd name="connsiteY3" fmla="*/ 1529878 h 4282434"/>
                <a:gd name="connsiteX4" fmla="*/ 4282900 w 4282900"/>
                <a:gd name="connsiteY4" fmla="*/ 1929088 h 4282434"/>
                <a:gd name="connsiteX5" fmla="*/ 4282900 w 4282900"/>
                <a:gd name="connsiteY5" fmla="*/ 2233475 h 4282434"/>
                <a:gd name="connsiteX6" fmla="*/ 3723546 w 4282900"/>
                <a:gd name="connsiteY6" fmla="*/ 3426862 h 4282434"/>
                <a:gd name="connsiteX7" fmla="*/ 2332829 w 4282900"/>
                <a:gd name="connsiteY7" fmla="*/ 4117718 h 4282434"/>
                <a:gd name="connsiteX8" fmla="*/ 2137940 w 4282900"/>
                <a:gd name="connsiteY8" fmla="*/ 4282434 h 4282434"/>
                <a:gd name="connsiteX9" fmla="*/ 1950069 w 4282900"/>
                <a:gd name="connsiteY9" fmla="*/ 4117718 h 4282434"/>
                <a:gd name="connsiteX10" fmla="*/ 559353 w 4282900"/>
                <a:gd name="connsiteY10" fmla="*/ 3426862 h 4282434"/>
                <a:gd name="connsiteX11" fmla="*/ 0 w 4282900"/>
                <a:gd name="connsiteY11" fmla="*/ 2233475 h 4282434"/>
                <a:gd name="connsiteX12" fmla="*/ 0 w 4282900"/>
                <a:gd name="connsiteY12" fmla="*/ 1929088 h 4282434"/>
                <a:gd name="connsiteX13" fmla="*/ 0 w 4282900"/>
                <a:gd name="connsiteY13" fmla="*/ 1529878 h 4282434"/>
                <a:gd name="connsiteX14" fmla="*/ 0 w 4282900"/>
                <a:gd name="connsiteY14" fmla="*/ 1239964 h 4282434"/>
                <a:gd name="connsiteX15" fmla="*/ 0 w 4282900"/>
                <a:gd name="connsiteY15" fmla="*/ 718910 h 4282434"/>
                <a:gd name="connsiteX16" fmla="*/ 0 w 4282900"/>
                <a:gd name="connsiteY16" fmla="*/ 536366 h 4282434"/>
                <a:gd name="connsiteX17" fmla="*/ 64279 w 4282900"/>
                <a:gd name="connsiteY17" fmla="*/ 3825 h 428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4282900" h="4282434">
                  <a:moveTo>
                    <a:pt x="4213242" y="0"/>
                  </a:moveTo>
                  <a:cubicBezTo>
                    <a:pt x="4294511" y="306972"/>
                    <a:pt x="4271290" y="481595"/>
                    <a:pt x="4282900" y="718910"/>
                  </a:cubicBezTo>
                  <a:lnTo>
                    <a:pt x="4282900" y="1239964"/>
                  </a:lnTo>
                  <a:lnTo>
                    <a:pt x="4282900" y="1529878"/>
                  </a:lnTo>
                  <a:lnTo>
                    <a:pt x="4282900" y="1929088"/>
                  </a:lnTo>
                  <a:lnTo>
                    <a:pt x="4282900" y="2233475"/>
                  </a:lnTo>
                  <a:cubicBezTo>
                    <a:pt x="4282900" y="2849584"/>
                    <a:pt x="4108103" y="3157966"/>
                    <a:pt x="3723546" y="3426862"/>
                  </a:cubicBezTo>
                  <a:cubicBezTo>
                    <a:pt x="3323617" y="3658565"/>
                    <a:pt x="2798672" y="3757725"/>
                    <a:pt x="2332829" y="4117718"/>
                  </a:cubicBezTo>
                  <a:lnTo>
                    <a:pt x="2137940" y="4282434"/>
                  </a:lnTo>
                  <a:lnTo>
                    <a:pt x="1950069" y="4117718"/>
                  </a:lnTo>
                  <a:cubicBezTo>
                    <a:pt x="1484225" y="3757725"/>
                    <a:pt x="959280" y="3658565"/>
                    <a:pt x="559353" y="3426862"/>
                  </a:cubicBezTo>
                  <a:cubicBezTo>
                    <a:pt x="174796" y="3157966"/>
                    <a:pt x="0" y="2849584"/>
                    <a:pt x="0" y="2233475"/>
                  </a:cubicBezTo>
                  <a:lnTo>
                    <a:pt x="0" y="1929088"/>
                  </a:lnTo>
                  <a:lnTo>
                    <a:pt x="0" y="1529878"/>
                  </a:lnTo>
                  <a:lnTo>
                    <a:pt x="0" y="1239964"/>
                  </a:lnTo>
                  <a:lnTo>
                    <a:pt x="0" y="718910"/>
                  </a:lnTo>
                  <a:lnTo>
                    <a:pt x="0" y="536366"/>
                  </a:lnTo>
                  <a:cubicBezTo>
                    <a:pt x="10713" y="417185"/>
                    <a:pt x="19813" y="133066"/>
                    <a:pt x="64279" y="3825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F0D6A17-AA80-4608-8660-8D1587A17704}"/>
                </a:ext>
              </a:extLst>
            </p:cNvPr>
            <p:cNvSpPr/>
            <p:nvPr/>
          </p:nvSpPr>
          <p:spPr>
            <a:xfrm>
              <a:off x="10536649" y="1823190"/>
              <a:ext cx="1654608" cy="3209758"/>
            </a:xfrm>
            <a:custGeom>
              <a:avLst/>
              <a:gdLst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3723546 w 4282900"/>
                <a:gd name="connsiteY2" fmla="*/ 855573 h 5795027"/>
                <a:gd name="connsiteX3" fmla="*/ 4282900 w 4282900"/>
                <a:gd name="connsiteY3" fmla="*/ 2048959 h 5795027"/>
                <a:gd name="connsiteX4" fmla="*/ 4282900 w 4282900"/>
                <a:gd name="connsiteY4" fmla="*/ 2231503 h 5795027"/>
                <a:gd name="connsiteX5" fmla="*/ 4282900 w 4282900"/>
                <a:gd name="connsiteY5" fmla="*/ 2752557 h 5795027"/>
                <a:gd name="connsiteX6" fmla="*/ 4282900 w 4282900"/>
                <a:gd name="connsiteY6" fmla="*/ 3042471 h 5795027"/>
                <a:gd name="connsiteX7" fmla="*/ 4282900 w 4282900"/>
                <a:gd name="connsiteY7" fmla="*/ 3441681 h 5795027"/>
                <a:gd name="connsiteX8" fmla="*/ 4282900 w 4282900"/>
                <a:gd name="connsiteY8" fmla="*/ 3746068 h 5795027"/>
                <a:gd name="connsiteX9" fmla="*/ 3723546 w 4282900"/>
                <a:gd name="connsiteY9" fmla="*/ 4939455 h 5795027"/>
                <a:gd name="connsiteX10" fmla="*/ 2332829 w 4282900"/>
                <a:gd name="connsiteY10" fmla="*/ 5630311 h 5795027"/>
                <a:gd name="connsiteX11" fmla="*/ 2137940 w 4282900"/>
                <a:gd name="connsiteY11" fmla="*/ 5795027 h 5795027"/>
                <a:gd name="connsiteX12" fmla="*/ 1950069 w 4282900"/>
                <a:gd name="connsiteY12" fmla="*/ 5630311 h 5795027"/>
                <a:gd name="connsiteX13" fmla="*/ 559353 w 4282900"/>
                <a:gd name="connsiteY13" fmla="*/ 4939455 h 5795027"/>
                <a:gd name="connsiteX14" fmla="*/ 0 w 4282900"/>
                <a:gd name="connsiteY14" fmla="*/ 3746068 h 5795027"/>
                <a:gd name="connsiteX15" fmla="*/ 0 w 4282900"/>
                <a:gd name="connsiteY15" fmla="*/ 3441681 h 5795027"/>
                <a:gd name="connsiteX16" fmla="*/ 0 w 4282900"/>
                <a:gd name="connsiteY16" fmla="*/ 3042471 h 5795027"/>
                <a:gd name="connsiteX17" fmla="*/ 0 w 4282900"/>
                <a:gd name="connsiteY17" fmla="*/ 2752557 h 5795027"/>
                <a:gd name="connsiteX18" fmla="*/ 0 w 4282900"/>
                <a:gd name="connsiteY18" fmla="*/ 2231503 h 5795027"/>
                <a:gd name="connsiteX19" fmla="*/ 0 w 4282900"/>
                <a:gd name="connsiteY19" fmla="*/ 2048959 h 5795027"/>
                <a:gd name="connsiteX20" fmla="*/ 559354 w 4282900"/>
                <a:gd name="connsiteY20" fmla="*/ 855573 h 5795027"/>
                <a:gd name="connsiteX21" fmla="*/ 1950071 w 4282900"/>
                <a:gd name="connsiteY21" fmla="*/ 164715 h 5795027"/>
                <a:gd name="connsiteX0" fmla="*/ 2144960 w 4282900"/>
                <a:gd name="connsiteY0" fmla="*/ 0 h 5795027"/>
                <a:gd name="connsiteX1" fmla="*/ 2332832 w 4282900"/>
                <a:gd name="connsiteY1" fmla="*/ 164715 h 5795027"/>
                <a:gd name="connsiteX2" fmla="*/ 2976290 w 4282900"/>
                <a:gd name="connsiteY2" fmla="*/ 524033 h 5795027"/>
                <a:gd name="connsiteX3" fmla="*/ 3723546 w 4282900"/>
                <a:gd name="connsiteY3" fmla="*/ 855573 h 5795027"/>
                <a:gd name="connsiteX4" fmla="*/ 4282900 w 4282900"/>
                <a:gd name="connsiteY4" fmla="*/ 2048959 h 5795027"/>
                <a:gd name="connsiteX5" fmla="*/ 4282900 w 4282900"/>
                <a:gd name="connsiteY5" fmla="*/ 2231503 h 5795027"/>
                <a:gd name="connsiteX6" fmla="*/ 4282900 w 4282900"/>
                <a:gd name="connsiteY6" fmla="*/ 2752557 h 5795027"/>
                <a:gd name="connsiteX7" fmla="*/ 4282900 w 4282900"/>
                <a:gd name="connsiteY7" fmla="*/ 3042471 h 5795027"/>
                <a:gd name="connsiteX8" fmla="*/ 4282900 w 4282900"/>
                <a:gd name="connsiteY8" fmla="*/ 3441681 h 5795027"/>
                <a:gd name="connsiteX9" fmla="*/ 4282900 w 4282900"/>
                <a:gd name="connsiteY9" fmla="*/ 3746068 h 5795027"/>
                <a:gd name="connsiteX10" fmla="*/ 3723546 w 4282900"/>
                <a:gd name="connsiteY10" fmla="*/ 4939455 h 5795027"/>
                <a:gd name="connsiteX11" fmla="*/ 2332829 w 4282900"/>
                <a:gd name="connsiteY11" fmla="*/ 5630311 h 5795027"/>
                <a:gd name="connsiteX12" fmla="*/ 2137940 w 4282900"/>
                <a:gd name="connsiteY12" fmla="*/ 5795027 h 5795027"/>
                <a:gd name="connsiteX13" fmla="*/ 1950069 w 4282900"/>
                <a:gd name="connsiteY13" fmla="*/ 5630311 h 5795027"/>
                <a:gd name="connsiteX14" fmla="*/ 559353 w 4282900"/>
                <a:gd name="connsiteY14" fmla="*/ 4939455 h 5795027"/>
                <a:gd name="connsiteX15" fmla="*/ 0 w 4282900"/>
                <a:gd name="connsiteY15" fmla="*/ 3746068 h 5795027"/>
                <a:gd name="connsiteX16" fmla="*/ 0 w 4282900"/>
                <a:gd name="connsiteY16" fmla="*/ 3441681 h 5795027"/>
                <a:gd name="connsiteX17" fmla="*/ 0 w 4282900"/>
                <a:gd name="connsiteY17" fmla="*/ 3042471 h 5795027"/>
                <a:gd name="connsiteX18" fmla="*/ 0 w 4282900"/>
                <a:gd name="connsiteY18" fmla="*/ 2752557 h 5795027"/>
                <a:gd name="connsiteX19" fmla="*/ 0 w 4282900"/>
                <a:gd name="connsiteY19" fmla="*/ 2231503 h 5795027"/>
                <a:gd name="connsiteX20" fmla="*/ 0 w 4282900"/>
                <a:gd name="connsiteY20" fmla="*/ 2048959 h 5795027"/>
                <a:gd name="connsiteX21" fmla="*/ 559354 w 4282900"/>
                <a:gd name="connsiteY21" fmla="*/ 855573 h 5795027"/>
                <a:gd name="connsiteX22" fmla="*/ 1950071 w 4282900"/>
                <a:gd name="connsiteY22" fmla="*/ 164715 h 5795027"/>
                <a:gd name="connsiteX23" fmla="*/ 2144960 w 4282900"/>
                <a:gd name="connsiteY23" fmla="*/ 0 h 5795027"/>
                <a:gd name="connsiteX0" fmla="*/ 3723546 w 4282900"/>
                <a:gd name="connsiteY0" fmla="*/ 855573 h 5795027"/>
                <a:gd name="connsiteX1" fmla="*/ 4282900 w 4282900"/>
                <a:gd name="connsiteY1" fmla="*/ 2048959 h 5795027"/>
                <a:gd name="connsiteX2" fmla="*/ 4282900 w 4282900"/>
                <a:gd name="connsiteY2" fmla="*/ 2231503 h 5795027"/>
                <a:gd name="connsiteX3" fmla="*/ 4282900 w 4282900"/>
                <a:gd name="connsiteY3" fmla="*/ 2752557 h 5795027"/>
                <a:gd name="connsiteX4" fmla="*/ 4282900 w 4282900"/>
                <a:gd name="connsiteY4" fmla="*/ 3042471 h 5795027"/>
                <a:gd name="connsiteX5" fmla="*/ 4282900 w 4282900"/>
                <a:gd name="connsiteY5" fmla="*/ 3441681 h 5795027"/>
                <a:gd name="connsiteX6" fmla="*/ 4282900 w 4282900"/>
                <a:gd name="connsiteY6" fmla="*/ 3746068 h 5795027"/>
                <a:gd name="connsiteX7" fmla="*/ 3723546 w 4282900"/>
                <a:gd name="connsiteY7" fmla="*/ 4939455 h 5795027"/>
                <a:gd name="connsiteX8" fmla="*/ 2332829 w 4282900"/>
                <a:gd name="connsiteY8" fmla="*/ 5630311 h 5795027"/>
                <a:gd name="connsiteX9" fmla="*/ 2137940 w 4282900"/>
                <a:gd name="connsiteY9" fmla="*/ 5795027 h 5795027"/>
                <a:gd name="connsiteX10" fmla="*/ 1950069 w 4282900"/>
                <a:gd name="connsiteY10" fmla="*/ 5630311 h 5795027"/>
                <a:gd name="connsiteX11" fmla="*/ 559353 w 4282900"/>
                <a:gd name="connsiteY11" fmla="*/ 4939455 h 5795027"/>
                <a:gd name="connsiteX12" fmla="*/ 0 w 4282900"/>
                <a:gd name="connsiteY12" fmla="*/ 3746068 h 5795027"/>
                <a:gd name="connsiteX13" fmla="*/ 0 w 4282900"/>
                <a:gd name="connsiteY13" fmla="*/ 3441681 h 5795027"/>
                <a:gd name="connsiteX14" fmla="*/ 0 w 4282900"/>
                <a:gd name="connsiteY14" fmla="*/ 3042471 h 5795027"/>
                <a:gd name="connsiteX15" fmla="*/ 0 w 4282900"/>
                <a:gd name="connsiteY15" fmla="*/ 2752557 h 5795027"/>
                <a:gd name="connsiteX16" fmla="*/ 0 w 4282900"/>
                <a:gd name="connsiteY16" fmla="*/ 2231503 h 5795027"/>
                <a:gd name="connsiteX17" fmla="*/ 0 w 4282900"/>
                <a:gd name="connsiteY17" fmla="*/ 2048959 h 5795027"/>
                <a:gd name="connsiteX18" fmla="*/ 559354 w 4282900"/>
                <a:gd name="connsiteY18" fmla="*/ 855573 h 5795027"/>
                <a:gd name="connsiteX19" fmla="*/ 1950071 w 4282900"/>
                <a:gd name="connsiteY19" fmla="*/ 164715 h 5795027"/>
                <a:gd name="connsiteX20" fmla="*/ 2144960 w 4282900"/>
                <a:gd name="connsiteY20" fmla="*/ 0 h 5795027"/>
                <a:gd name="connsiteX21" fmla="*/ 2332832 w 4282900"/>
                <a:gd name="connsiteY21" fmla="*/ 164715 h 5795027"/>
                <a:gd name="connsiteX22" fmla="*/ 2976290 w 4282900"/>
                <a:gd name="connsiteY22" fmla="*/ 524033 h 5795027"/>
                <a:gd name="connsiteX23" fmla="*/ 3888635 w 4282900"/>
                <a:gd name="connsiteY23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22" fmla="*/ 3888635 w 4282900"/>
                <a:gd name="connsiteY22" fmla="*/ 1020662 h 5795027"/>
                <a:gd name="connsiteX0" fmla="*/ 4282900 w 4282900"/>
                <a:gd name="connsiteY0" fmla="*/ 2048959 h 5795027"/>
                <a:gd name="connsiteX1" fmla="*/ 4282900 w 4282900"/>
                <a:gd name="connsiteY1" fmla="*/ 2231503 h 5795027"/>
                <a:gd name="connsiteX2" fmla="*/ 4282900 w 4282900"/>
                <a:gd name="connsiteY2" fmla="*/ 2752557 h 5795027"/>
                <a:gd name="connsiteX3" fmla="*/ 4282900 w 4282900"/>
                <a:gd name="connsiteY3" fmla="*/ 3042471 h 5795027"/>
                <a:gd name="connsiteX4" fmla="*/ 4282900 w 4282900"/>
                <a:gd name="connsiteY4" fmla="*/ 3441681 h 5795027"/>
                <a:gd name="connsiteX5" fmla="*/ 4282900 w 4282900"/>
                <a:gd name="connsiteY5" fmla="*/ 3746068 h 5795027"/>
                <a:gd name="connsiteX6" fmla="*/ 3723546 w 4282900"/>
                <a:gd name="connsiteY6" fmla="*/ 4939455 h 5795027"/>
                <a:gd name="connsiteX7" fmla="*/ 2332829 w 4282900"/>
                <a:gd name="connsiteY7" fmla="*/ 5630311 h 5795027"/>
                <a:gd name="connsiteX8" fmla="*/ 2137940 w 4282900"/>
                <a:gd name="connsiteY8" fmla="*/ 5795027 h 5795027"/>
                <a:gd name="connsiteX9" fmla="*/ 1950069 w 4282900"/>
                <a:gd name="connsiteY9" fmla="*/ 5630311 h 5795027"/>
                <a:gd name="connsiteX10" fmla="*/ 559353 w 4282900"/>
                <a:gd name="connsiteY10" fmla="*/ 4939455 h 5795027"/>
                <a:gd name="connsiteX11" fmla="*/ 0 w 4282900"/>
                <a:gd name="connsiteY11" fmla="*/ 3746068 h 5795027"/>
                <a:gd name="connsiteX12" fmla="*/ 0 w 4282900"/>
                <a:gd name="connsiteY12" fmla="*/ 3441681 h 5795027"/>
                <a:gd name="connsiteX13" fmla="*/ 0 w 4282900"/>
                <a:gd name="connsiteY13" fmla="*/ 3042471 h 5795027"/>
                <a:gd name="connsiteX14" fmla="*/ 0 w 4282900"/>
                <a:gd name="connsiteY14" fmla="*/ 2752557 h 5795027"/>
                <a:gd name="connsiteX15" fmla="*/ 0 w 4282900"/>
                <a:gd name="connsiteY15" fmla="*/ 2231503 h 5795027"/>
                <a:gd name="connsiteX16" fmla="*/ 0 w 4282900"/>
                <a:gd name="connsiteY16" fmla="*/ 2048959 h 5795027"/>
                <a:gd name="connsiteX17" fmla="*/ 559354 w 4282900"/>
                <a:gd name="connsiteY17" fmla="*/ 855573 h 5795027"/>
                <a:gd name="connsiteX18" fmla="*/ 1950071 w 4282900"/>
                <a:gd name="connsiteY18" fmla="*/ 164715 h 5795027"/>
                <a:gd name="connsiteX19" fmla="*/ 2144960 w 4282900"/>
                <a:gd name="connsiteY19" fmla="*/ 0 h 5795027"/>
                <a:gd name="connsiteX20" fmla="*/ 2332832 w 4282900"/>
                <a:gd name="connsiteY20" fmla="*/ 164715 h 5795027"/>
                <a:gd name="connsiteX21" fmla="*/ 2976290 w 4282900"/>
                <a:gd name="connsiteY21" fmla="*/ 524033 h 5795027"/>
                <a:gd name="connsiteX0" fmla="*/ 4282900 w 4282900"/>
                <a:gd name="connsiteY0" fmla="*/ 2231503 h 5795027"/>
                <a:gd name="connsiteX1" fmla="*/ 4282900 w 4282900"/>
                <a:gd name="connsiteY1" fmla="*/ 2752557 h 5795027"/>
                <a:gd name="connsiteX2" fmla="*/ 4282900 w 4282900"/>
                <a:gd name="connsiteY2" fmla="*/ 3042471 h 5795027"/>
                <a:gd name="connsiteX3" fmla="*/ 4282900 w 4282900"/>
                <a:gd name="connsiteY3" fmla="*/ 3441681 h 5795027"/>
                <a:gd name="connsiteX4" fmla="*/ 4282900 w 4282900"/>
                <a:gd name="connsiteY4" fmla="*/ 3746068 h 5795027"/>
                <a:gd name="connsiteX5" fmla="*/ 3723546 w 4282900"/>
                <a:gd name="connsiteY5" fmla="*/ 4939455 h 5795027"/>
                <a:gd name="connsiteX6" fmla="*/ 2332829 w 4282900"/>
                <a:gd name="connsiteY6" fmla="*/ 5630311 h 5795027"/>
                <a:gd name="connsiteX7" fmla="*/ 2137940 w 4282900"/>
                <a:gd name="connsiteY7" fmla="*/ 5795027 h 5795027"/>
                <a:gd name="connsiteX8" fmla="*/ 1950069 w 4282900"/>
                <a:gd name="connsiteY8" fmla="*/ 5630311 h 5795027"/>
                <a:gd name="connsiteX9" fmla="*/ 559353 w 4282900"/>
                <a:gd name="connsiteY9" fmla="*/ 4939455 h 5795027"/>
                <a:gd name="connsiteX10" fmla="*/ 0 w 4282900"/>
                <a:gd name="connsiteY10" fmla="*/ 3746068 h 5795027"/>
                <a:gd name="connsiteX11" fmla="*/ 0 w 4282900"/>
                <a:gd name="connsiteY11" fmla="*/ 3441681 h 5795027"/>
                <a:gd name="connsiteX12" fmla="*/ 0 w 4282900"/>
                <a:gd name="connsiteY12" fmla="*/ 3042471 h 5795027"/>
                <a:gd name="connsiteX13" fmla="*/ 0 w 4282900"/>
                <a:gd name="connsiteY13" fmla="*/ 2752557 h 5795027"/>
                <a:gd name="connsiteX14" fmla="*/ 0 w 4282900"/>
                <a:gd name="connsiteY14" fmla="*/ 2231503 h 5795027"/>
                <a:gd name="connsiteX15" fmla="*/ 0 w 4282900"/>
                <a:gd name="connsiteY15" fmla="*/ 2048959 h 5795027"/>
                <a:gd name="connsiteX16" fmla="*/ 559354 w 4282900"/>
                <a:gd name="connsiteY16" fmla="*/ 855573 h 5795027"/>
                <a:gd name="connsiteX17" fmla="*/ 1950071 w 4282900"/>
                <a:gd name="connsiteY17" fmla="*/ 164715 h 5795027"/>
                <a:gd name="connsiteX18" fmla="*/ 2144960 w 4282900"/>
                <a:gd name="connsiteY18" fmla="*/ 0 h 5795027"/>
                <a:gd name="connsiteX19" fmla="*/ 2332832 w 4282900"/>
                <a:gd name="connsiteY19" fmla="*/ 164715 h 5795027"/>
                <a:gd name="connsiteX20" fmla="*/ 2976290 w 4282900"/>
                <a:gd name="connsiteY20" fmla="*/ 524033 h 5795027"/>
                <a:gd name="connsiteX0" fmla="*/ 4282900 w 4282900"/>
                <a:gd name="connsiteY0" fmla="*/ 2752557 h 5795027"/>
                <a:gd name="connsiteX1" fmla="*/ 4282900 w 4282900"/>
                <a:gd name="connsiteY1" fmla="*/ 3042471 h 5795027"/>
                <a:gd name="connsiteX2" fmla="*/ 4282900 w 4282900"/>
                <a:gd name="connsiteY2" fmla="*/ 3441681 h 5795027"/>
                <a:gd name="connsiteX3" fmla="*/ 4282900 w 4282900"/>
                <a:gd name="connsiteY3" fmla="*/ 3746068 h 5795027"/>
                <a:gd name="connsiteX4" fmla="*/ 3723546 w 4282900"/>
                <a:gd name="connsiteY4" fmla="*/ 4939455 h 5795027"/>
                <a:gd name="connsiteX5" fmla="*/ 2332829 w 4282900"/>
                <a:gd name="connsiteY5" fmla="*/ 5630311 h 5795027"/>
                <a:gd name="connsiteX6" fmla="*/ 2137940 w 4282900"/>
                <a:gd name="connsiteY6" fmla="*/ 5795027 h 5795027"/>
                <a:gd name="connsiteX7" fmla="*/ 1950069 w 4282900"/>
                <a:gd name="connsiteY7" fmla="*/ 5630311 h 5795027"/>
                <a:gd name="connsiteX8" fmla="*/ 559353 w 4282900"/>
                <a:gd name="connsiteY8" fmla="*/ 4939455 h 5795027"/>
                <a:gd name="connsiteX9" fmla="*/ 0 w 4282900"/>
                <a:gd name="connsiteY9" fmla="*/ 3746068 h 5795027"/>
                <a:gd name="connsiteX10" fmla="*/ 0 w 4282900"/>
                <a:gd name="connsiteY10" fmla="*/ 3441681 h 5795027"/>
                <a:gd name="connsiteX11" fmla="*/ 0 w 4282900"/>
                <a:gd name="connsiteY11" fmla="*/ 3042471 h 5795027"/>
                <a:gd name="connsiteX12" fmla="*/ 0 w 4282900"/>
                <a:gd name="connsiteY12" fmla="*/ 2752557 h 5795027"/>
                <a:gd name="connsiteX13" fmla="*/ 0 w 4282900"/>
                <a:gd name="connsiteY13" fmla="*/ 2231503 h 5795027"/>
                <a:gd name="connsiteX14" fmla="*/ 0 w 4282900"/>
                <a:gd name="connsiteY14" fmla="*/ 2048959 h 5795027"/>
                <a:gd name="connsiteX15" fmla="*/ 559354 w 4282900"/>
                <a:gd name="connsiteY15" fmla="*/ 855573 h 5795027"/>
                <a:gd name="connsiteX16" fmla="*/ 1950071 w 4282900"/>
                <a:gd name="connsiteY16" fmla="*/ 164715 h 5795027"/>
                <a:gd name="connsiteX17" fmla="*/ 2144960 w 4282900"/>
                <a:gd name="connsiteY17" fmla="*/ 0 h 5795027"/>
                <a:gd name="connsiteX18" fmla="*/ 2332832 w 4282900"/>
                <a:gd name="connsiteY18" fmla="*/ 164715 h 5795027"/>
                <a:gd name="connsiteX19" fmla="*/ 2976290 w 4282900"/>
                <a:gd name="connsiteY19" fmla="*/ 524033 h 5795027"/>
                <a:gd name="connsiteX0" fmla="*/ 4282900 w 4282900"/>
                <a:gd name="connsiteY0" fmla="*/ 3042471 h 5795027"/>
                <a:gd name="connsiteX1" fmla="*/ 4282900 w 4282900"/>
                <a:gd name="connsiteY1" fmla="*/ 3441681 h 5795027"/>
                <a:gd name="connsiteX2" fmla="*/ 4282900 w 4282900"/>
                <a:gd name="connsiteY2" fmla="*/ 3746068 h 5795027"/>
                <a:gd name="connsiteX3" fmla="*/ 3723546 w 4282900"/>
                <a:gd name="connsiteY3" fmla="*/ 4939455 h 5795027"/>
                <a:gd name="connsiteX4" fmla="*/ 2332829 w 4282900"/>
                <a:gd name="connsiteY4" fmla="*/ 5630311 h 5795027"/>
                <a:gd name="connsiteX5" fmla="*/ 2137940 w 4282900"/>
                <a:gd name="connsiteY5" fmla="*/ 5795027 h 5795027"/>
                <a:gd name="connsiteX6" fmla="*/ 1950069 w 4282900"/>
                <a:gd name="connsiteY6" fmla="*/ 5630311 h 5795027"/>
                <a:gd name="connsiteX7" fmla="*/ 559353 w 4282900"/>
                <a:gd name="connsiteY7" fmla="*/ 4939455 h 5795027"/>
                <a:gd name="connsiteX8" fmla="*/ 0 w 4282900"/>
                <a:gd name="connsiteY8" fmla="*/ 3746068 h 5795027"/>
                <a:gd name="connsiteX9" fmla="*/ 0 w 4282900"/>
                <a:gd name="connsiteY9" fmla="*/ 3441681 h 5795027"/>
                <a:gd name="connsiteX10" fmla="*/ 0 w 4282900"/>
                <a:gd name="connsiteY10" fmla="*/ 3042471 h 5795027"/>
                <a:gd name="connsiteX11" fmla="*/ 0 w 4282900"/>
                <a:gd name="connsiteY11" fmla="*/ 2752557 h 5795027"/>
                <a:gd name="connsiteX12" fmla="*/ 0 w 4282900"/>
                <a:gd name="connsiteY12" fmla="*/ 2231503 h 5795027"/>
                <a:gd name="connsiteX13" fmla="*/ 0 w 4282900"/>
                <a:gd name="connsiteY13" fmla="*/ 2048959 h 5795027"/>
                <a:gd name="connsiteX14" fmla="*/ 559354 w 4282900"/>
                <a:gd name="connsiteY14" fmla="*/ 855573 h 5795027"/>
                <a:gd name="connsiteX15" fmla="*/ 1950071 w 4282900"/>
                <a:gd name="connsiteY15" fmla="*/ 164715 h 5795027"/>
                <a:gd name="connsiteX16" fmla="*/ 2144960 w 4282900"/>
                <a:gd name="connsiteY16" fmla="*/ 0 h 5795027"/>
                <a:gd name="connsiteX17" fmla="*/ 2332832 w 4282900"/>
                <a:gd name="connsiteY17" fmla="*/ 164715 h 5795027"/>
                <a:gd name="connsiteX18" fmla="*/ 2976290 w 4282900"/>
                <a:gd name="connsiteY18" fmla="*/ 524033 h 5795027"/>
                <a:gd name="connsiteX0" fmla="*/ 4282900 w 4282900"/>
                <a:gd name="connsiteY0" fmla="*/ 3441681 h 5795027"/>
                <a:gd name="connsiteX1" fmla="*/ 4282900 w 4282900"/>
                <a:gd name="connsiteY1" fmla="*/ 3746068 h 5795027"/>
                <a:gd name="connsiteX2" fmla="*/ 3723546 w 4282900"/>
                <a:gd name="connsiteY2" fmla="*/ 4939455 h 5795027"/>
                <a:gd name="connsiteX3" fmla="*/ 2332829 w 4282900"/>
                <a:gd name="connsiteY3" fmla="*/ 5630311 h 5795027"/>
                <a:gd name="connsiteX4" fmla="*/ 2137940 w 4282900"/>
                <a:gd name="connsiteY4" fmla="*/ 5795027 h 5795027"/>
                <a:gd name="connsiteX5" fmla="*/ 1950069 w 4282900"/>
                <a:gd name="connsiteY5" fmla="*/ 5630311 h 5795027"/>
                <a:gd name="connsiteX6" fmla="*/ 559353 w 4282900"/>
                <a:gd name="connsiteY6" fmla="*/ 4939455 h 5795027"/>
                <a:gd name="connsiteX7" fmla="*/ 0 w 4282900"/>
                <a:gd name="connsiteY7" fmla="*/ 3746068 h 5795027"/>
                <a:gd name="connsiteX8" fmla="*/ 0 w 4282900"/>
                <a:gd name="connsiteY8" fmla="*/ 3441681 h 5795027"/>
                <a:gd name="connsiteX9" fmla="*/ 0 w 4282900"/>
                <a:gd name="connsiteY9" fmla="*/ 3042471 h 5795027"/>
                <a:gd name="connsiteX10" fmla="*/ 0 w 4282900"/>
                <a:gd name="connsiteY10" fmla="*/ 2752557 h 5795027"/>
                <a:gd name="connsiteX11" fmla="*/ 0 w 4282900"/>
                <a:gd name="connsiteY11" fmla="*/ 2231503 h 5795027"/>
                <a:gd name="connsiteX12" fmla="*/ 0 w 4282900"/>
                <a:gd name="connsiteY12" fmla="*/ 2048959 h 5795027"/>
                <a:gd name="connsiteX13" fmla="*/ 559354 w 4282900"/>
                <a:gd name="connsiteY13" fmla="*/ 855573 h 5795027"/>
                <a:gd name="connsiteX14" fmla="*/ 1950071 w 4282900"/>
                <a:gd name="connsiteY14" fmla="*/ 164715 h 5795027"/>
                <a:gd name="connsiteX15" fmla="*/ 2144960 w 4282900"/>
                <a:gd name="connsiteY15" fmla="*/ 0 h 5795027"/>
                <a:gd name="connsiteX16" fmla="*/ 2332832 w 4282900"/>
                <a:gd name="connsiteY16" fmla="*/ 164715 h 5795027"/>
                <a:gd name="connsiteX17" fmla="*/ 2976290 w 4282900"/>
                <a:gd name="connsiteY17" fmla="*/ 524033 h 5795027"/>
                <a:gd name="connsiteX0" fmla="*/ 4282900 w 4282900"/>
                <a:gd name="connsiteY0" fmla="*/ 3441681 h 5795027"/>
                <a:gd name="connsiteX1" fmla="*/ 3723546 w 4282900"/>
                <a:gd name="connsiteY1" fmla="*/ 4939455 h 5795027"/>
                <a:gd name="connsiteX2" fmla="*/ 2332829 w 4282900"/>
                <a:gd name="connsiteY2" fmla="*/ 5630311 h 5795027"/>
                <a:gd name="connsiteX3" fmla="*/ 2137940 w 4282900"/>
                <a:gd name="connsiteY3" fmla="*/ 5795027 h 5795027"/>
                <a:gd name="connsiteX4" fmla="*/ 1950069 w 4282900"/>
                <a:gd name="connsiteY4" fmla="*/ 5630311 h 5795027"/>
                <a:gd name="connsiteX5" fmla="*/ 559353 w 4282900"/>
                <a:gd name="connsiteY5" fmla="*/ 4939455 h 5795027"/>
                <a:gd name="connsiteX6" fmla="*/ 0 w 4282900"/>
                <a:gd name="connsiteY6" fmla="*/ 3746068 h 5795027"/>
                <a:gd name="connsiteX7" fmla="*/ 0 w 4282900"/>
                <a:gd name="connsiteY7" fmla="*/ 3441681 h 5795027"/>
                <a:gd name="connsiteX8" fmla="*/ 0 w 4282900"/>
                <a:gd name="connsiteY8" fmla="*/ 3042471 h 5795027"/>
                <a:gd name="connsiteX9" fmla="*/ 0 w 4282900"/>
                <a:gd name="connsiteY9" fmla="*/ 2752557 h 5795027"/>
                <a:gd name="connsiteX10" fmla="*/ 0 w 4282900"/>
                <a:gd name="connsiteY10" fmla="*/ 2231503 h 5795027"/>
                <a:gd name="connsiteX11" fmla="*/ 0 w 4282900"/>
                <a:gd name="connsiteY11" fmla="*/ 2048959 h 5795027"/>
                <a:gd name="connsiteX12" fmla="*/ 559354 w 4282900"/>
                <a:gd name="connsiteY12" fmla="*/ 855573 h 5795027"/>
                <a:gd name="connsiteX13" fmla="*/ 1950071 w 4282900"/>
                <a:gd name="connsiteY13" fmla="*/ 164715 h 5795027"/>
                <a:gd name="connsiteX14" fmla="*/ 2144960 w 4282900"/>
                <a:gd name="connsiteY14" fmla="*/ 0 h 5795027"/>
                <a:gd name="connsiteX15" fmla="*/ 2332832 w 4282900"/>
                <a:gd name="connsiteY15" fmla="*/ 164715 h 5795027"/>
                <a:gd name="connsiteX16" fmla="*/ 2976290 w 4282900"/>
                <a:gd name="connsiteY16" fmla="*/ 524033 h 5795027"/>
                <a:gd name="connsiteX0" fmla="*/ 3723546 w 3723546"/>
                <a:gd name="connsiteY0" fmla="*/ 4939455 h 5795027"/>
                <a:gd name="connsiteX1" fmla="*/ 2332829 w 3723546"/>
                <a:gd name="connsiteY1" fmla="*/ 5630311 h 5795027"/>
                <a:gd name="connsiteX2" fmla="*/ 2137940 w 3723546"/>
                <a:gd name="connsiteY2" fmla="*/ 5795027 h 5795027"/>
                <a:gd name="connsiteX3" fmla="*/ 1950069 w 3723546"/>
                <a:gd name="connsiteY3" fmla="*/ 5630311 h 5795027"/>
                <a:gd name="connsiteX4" fmla="*/ 559353 w 3723546"/>
                <a:gd name="connsiteY4" fmla="*/ 4939455 h 5795027"/>
                <a:gd name="connsiteX5" fmla="*/ 0 w 3723546"/>
                <a:gd name="connsiteY5" fmla="*/ 3746068 h 5795027"/>
                <a:gd name="connsiteX6" fmla="*/ 0 w 3723546"/>
                <a:gd name="connsiteY6" fmla="*/ 3441681 h 5795027"/>
                <a:gd name="connsiteX7" fmla="*/ 0 w 3723546"/>
                <a:gd name="connsiteY7" fmla="*/ 3042471 h 5795027"/>
                <a:gd name="connsiteX8" fmla="*/ 0 w 3723546"/>
                <a:gd name="connsiteY8" fmla="*/ 2752557 h 5795027"/>
                <a:gd name="connsiteX9" fmla="*/ 0 w 3723546"/>
                <a:gd name="connsiteY9" fmla="*/ 2231503 h 5795027"/>
                <a:gd name="connsiteX10" fmla="*/ 0 w 3723546"/>
                <a:gd name="connsiteY10" fmla="*/ 2048959 h 5795027"/>
                <a:gd name="connsiteX11" fmla="*/ 559354 w 3723546"/>
                <a:gd name="connsiteY11" fmla="*/ 855573 h 5795027"/>
                <a:gd name="connsiteX12" fmla="*/ 1950071 w 3723546"/>
                <a:gd name="connsiteY12" fmla="*/ 164715 h 5795027"/>
                <a:gd name="connsiteX13" fmla="*/ 2144960 w 3723546"/>
                <a:gd name="connsiteY13" fmla="*/ 0 h 5795027"/>
                <a:gd name="connsiteX14" fmla="*/ 2332832 w 3723546"/>
                <a:gd name="connsiteY14" fmla="*/ 164715 h 5795027"/>
                <a:gd name="connsiteX15" fmla="*/ 2976290 w 3723546"/>
                <a:gd name="connsiteY15" fmla="*/ 524033 h 5795027"/>
                <a:gd name="connsiteX0" fmla="*/ 3723546 w 3723546"/>
                <a:gd name="connsiteY0" fmla="*/ 4939455 h 5795027"/>
                <a:gd name="connsiteX1" fmla="*/ 2989878 w 3723546"/>
                <a:gd name="connsiteY1" fmla="*/ 5266109 h 5795027"/>
                <a:gd name="connsiteX2" fmla="*/ 2332829 w 3723546"/>
                <a:gd name="connsiteY2" fmla="*/ 5630311 h 5795027"/>
                <a:gd name="connsiteX3" fmla="*/ 2137940 w 3723546"/>
                <a:gd name="connsiteY3" fmla="*/ 5795027 h 5795027"/>
                <a:gd name="connsiteX4" fmla="*/ 1950069 w 3723546"/>
                <a:gd name="connsiteY4" fmla="*/ 5630311 h 5795027"/>
                <a:gd name="connsiteX5" fmla="*/ 559353 w 3723546"/>
                <a:gd name="connsiteY5" fmla="*/ 4939455 h 5795027"/>
                <a:gd name="connsiteX6" fmla="*/ 0 w 3723546"/>
                <a:gd name="connsiteY6" fmla="*/ 3746068 h 5795027"/>
                <a:gd name="connsiteX7" fmla="*/ 0 w 3723546"/>
                <a:gd name="connsiteY7" fmla="*/ 3441681 h 5795027"/>
                <a:gd name="connsiteX8" fmla="*/ 0 w 3723546"/>
                <a:gd name="connsiteY8" fmla="*/ 3042471 h 5795027"/>
                <a:gd name="connsiteX9" fmla="*/ 0 w 3723546"/>
                <a:gd name="connsiteY9" fmla="*/ 2752557 h 5795027"/>
                <a:gd name="connsiteX10" fmla="*/ 0 w 3723546"/>
                <a:gd name="connsiteY10" fmla="*/ 2231503 h 5795027"/>
                <a:gd name="connsiteX11" fmla="*/ 0 w 3723546"/>
                <a:gd name="connsiteY11" fmla="*/ 2048959 h 5795027"/>
                <a:gd name="connsiteX12" fmla="*/ 559354 w 3723546"/>
                <a:gd name="connsiteY12" fmla="*/ 855573 h 5795027"/>
                <a:gd name="connsiteX13" fmla="*/ 1950071 w 3723546"/>
                <a:gd name="connsiteY13" fmla="*/ 164715 h 5795027"/>
                <a:gd name="connsiteX14" fmla="*/ 2144960 w 3723546"/>
                <a:gd name="connsiteY14" fmla="*/ 0 h 5795027"/>
                <a:gd name="connsiteX15" fmla="*/ 2332832 w 3723546"/>
                <a:gd name="connsiteY15" fmla="*/ 164715 h 5795027"/>
                <a:gd name="connsiteX16" fmla="*/ 2976290 w 3723546"/>
                <a:gd name="connsiteY16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89878 w 2989878"/>
                <a:gd name="connsiteY0" fmla="*/ 5266109 h 5795027"/>
                <a:gd name="connsiteX1" fmla="*/ 2332829 w 2989878"/>
                <a:gd name="connsiteY1" fmla="*/ 5630311 h 5795027"/>
                <a:gd name="connsiteX2" fmla="*/ 2137940 w 2989878"/>
                <a:gd name="connsiteY2" fmla="*/ 5795027 h 5795027"/>
                <a:gd name="connsiteX3" fmla="*/ 1950069 w 2989878"/>
                <a:gd name="connsiteY3" fmla="*/ 5630311 h 5795027"/>
                <a:gd name="connsiteX4" fmla="*/ 559353 w 2989878"/>
                <a:gd name="connsiteY4" fmla="*/ 4939455 h 5795027"/>
                <a:gd name="connsiteX5" fmla="*/ 0 w 2989878"/>
                <a:gd name="connsiteY5" fmla="*/ 3746068 h 5795027"/>
                <a:gd name="connsiteX6" fmla="*/ 0 w 2989878"/>
                <a:gd name="connsiteY6" fmla="*/ 3441681 h 5795027"/>
                <a:gd name="connsiteX7" fmla="*/ 0 w 2989878"/>
                <a:gd name="connsiteY7" fmla="*/ 3042471 h 5795027"/>
                <a:gd name="connsiteX8" fmla="*/ 0 w 2989878"/>
                <a:gd name="connsiteY8" fmla="*/ 2752557 h 5795027"/>
                <a:gd name="connsiteX9" fmla="*/ 0 w 2989878"/>
                <a:gd name="connsiteY9" fmla="*/ 2231503 h 5795027"/>
                <a:gd name="connsiteX10" fmla="*/ 0 w 2989878"/>
                <a:gd name="connsiteY10" fmla="*/ 2048959 h 5795027"/>
                <a:gd name="connsiteX11" fmla="*/ 559354 w 2989878"/>
                <a:gd name="connsiteY11" fmla="*/ 855573 h 5795027"/>
                <a:gd name="connsiteX12" fmla="*/ 1950071 w 2989878"/>
                <a:gd name="connsiteY12" fmla="*/ 164715 h 5795027"/>
                <a:gd name="connsiteX13" fmla="*/ 2144960 w 2989878"/>
                <a:gd name="connsiteY13" fmla="*/ 0 h 5795027"/>
                <a:gd name="connsiteX14" fmla="*/ 2332832 w 2989878"/>
                <a:gd name="connsiteY14" fmla="*/ 164715 h 5795027"/>
                <a:gd name="connsiteX15" fmla="*/ 2976290 w 2989878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76290"/>
                <a:gd name="connsiteY0" fmla="*/ 5266109 h 5795027"/>
                <a:gd name="connsiteX1" fmla="*/ 2332829 w 2976290"/>
                <a:gd name="connsiteY1" fmla="*/ 5630311 h 5795027"/>
                <a:gd name="connsiteX2" fmla="*/ 2137940 w 2976290"/>
                <a:gd name="connsiteY2" fmla="*/ 5795027 h 5795027"/>
                <a:gd name="connsiteX3" fmla="*/ 1950069 w 2976290"/>
                <a:gd name="connsiteY3" fmla="*/ 5630311 h 5795027"/>
                <a:gd name="connsiteX4" fmla="*/ 559353 w 2976290"/>
                <a:gd name="connsiteY4" fmla="*/ 4939455 h 5795027"/>
                <a:gd name="connsiteX5" fmla="*/ 0 w 2976290"/>
                <a:gd name="connsiteY5" fmla="*/ 3746068 h 5795027"/>
                <a:gd name="connsiteX6" fmla="*/ 0 w 2976290"/>
                <a:gd name="connsiteY6" fmla="*/ 3441681 h 5795027"/>
                <a:gd name="connsiteX7" fmla="*/ 0 w 2976290"/>
                <a:gd name="connsiteY7" fmla="*/ 3042471 h 5795027"/>
                <a:gd name="connsiteX8" fmla="*/ 0 w 2976290"/>
                <a:gd name="connsiteY8" fmla="*/ 2752557 h 5795027"/>
                <a:gd name="connsiteX9" fmla="*/ 0 w 2976290"/>
                <a:gd name="connsiteY9" fmla="*/ 2231503 h 5795027"/>
                <a:gd name="connsiteX10" fmla="*/ 0 w 2976290"/>
                <a:gd name="connsiteY10" fmla="*/ 2048959 h 5795027"/>
                <a:gd name="connsiteX11" fmla="*/ 559354 w 2976290"/>
                <a:gd name="connsiteY11" fmla="*/ 855573 h 5795027"/>
                <a:gd name="connsiteX12" fmla="*/ 1950071 w 2976290"/>
                <a:gd name="connsiteY12" fmla="*/ 164715 h 5795027"/>
                <a:gd name="connsiteX13" fmla="*/ 2144960 w 2976290"/>
                <a:gd name="connsiteY13" fmla="*/ 0 h 5795027"/>
                <a:gd name="connsiteX14" fmla="*/ 2332832 w 2976290"/>
                <a:gd name="connsiteY14" fmla="*/ 164715 h 5795027"/>
                <a:gd name="connsiteX15" fmla="*/ 2976290 w 2976290"/>
                <a:gd name="connsiteY15" fmla="*/ 524033 h 5795027"/>
                <a:gd name="connsiteX0" fmla="*/ 2955049 w 2987296"/>
                <a:gd name="connsiteY0" fmla="*/ 5266109 h 5795027"/>
                <a:gd name="connsiteX1" fmla="*/ 2332829 w 2987296"/>
                <a:gd name="connsiteY1" fmla="*/ 5630311 h 5795027"/>
                <a:gd name="connsiteX2" fmla="*/ 2137940 w 2987296"/>
                <a:gd name="connsiteY2" fmla="*/ 5795027 h 5795027"/>
                <a:gd name="connsiteX3" fmla="*/ 1950069 w 2987296"/>
                <a:gd name="connsiteY3" fmla="*/ 5630311 h 5795027"/>
                <a:gd name="connsiteX4" fmla="*/ 559353 w 2987296"/>
                <a:gd name="connsiteY4" fmla="*/ 4939455 h 5795027"/>
                <a:gd name="connsiteX5" fmla="*/ 0 w 2987296"/>
                <a:gd name="connsiteY5" fmla="*/ 3746068 h 5795027"/>
                <a:gd name="connsiteX6" fmla="*/ 0 w 2987296"/>
                <a:gd name="connsiteY6" fmla="*/ 3441681 h 5795027"/>
                <a:gd name="connsiteX7" fmla="*/ 0 w 2987296"/>
                <a:gd name="connsiteY7" fmla="*/ 3042471 h 5795027"/>
                <a:gd name="connsiteX8" fmla="*/ 0 w 2987296"/>
                <a:gd name="connsiteY8" fmla="*/ 2752557 h 5795027"/>
                <a:gd name="connsiteX9" fmla="*/ 0 w 2987296"/>
                <a:gd name="connsiteY9" fmla="*/ 2231503 h 5795027"/>
                <a:gd name="connsiteX10" fmla="*/ 0 w 2987296"/>
                <a:gd name="connsiteY10" fmla="*/ 2048959 h 5795027"/>
                <a:gd name="connsiteX11" fmla="*/ 559354 w 2987296"/>
                <a:gd name="connsiteY11" fmla="*/ 855573 h 5795027"/>
                <a:gd name="connsiteX12" fmla="*/ 1950071 w 2987296"/>
                <a:gd name="connsiteY12" fmla="*/ 164715 h 5795027"/>
                <a:gd name="connsiteX13" fmla="*/ 2144960 w 2987296"/>
                <a:gd name="connsiteY13" fmla="*/ 0 h 5795027"/>
                <a:gd name="connsiteX14" fmla="*/ 2332832 w 2987296"/>
                <a:gd name="connsiteY14" fmla="*/ 164715 h 5795027"/>
                <a:gd name="connsiteX15" fmla="*/ 2987296 w 2987296"/>
                <a:gd name="connsiteY15" fmla="*/ 557051 h 57950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987296" h="5795027">
                  <a:moveTo>
                    <a:pt x="2955049" y="5266109"/>
                  </a:moveTo>
                  <a:cubicBezTo>
                    <a:pt x="2737194" y="5332489"/>
                    <a:pt x="2474819" y="5542158"/>
                    <a:pt x="2332829" y="5630311"/>
                  </a:cubicBezTo>
                  <a:lnTo>
                    <a:pt x="2137940" y="5795027"/>
                  </a:lnTo>
                  <a:lnTo>
                    <a:pt x="1950069" y="5630311"/>
                  </a:lnTo>
                  <a:cubicBezTo>
                    <a:pt x="1484225" y="5270318"/>
                    <a:pt x="959280" y="5171158"/>
                    <a:pt x="559353" y="4939455"/>
                  </a:cubicBezTo>
                  <a:cubicBezTo>
                    <a:pt x="174796" y="4670559"/>
                    <a:pt x="0" y="4362177"/>
                    <a:pt x="0" y="3746068"/>
                  </a:cubicBezTo>
                  <a:lnTo>
                    <a:pt x="0" y="3441681"/>
                  </a:lnTo>
                  <a:lnTo>
                    <a:pt x="0" y="3042471"/>
                  </a:lnTo>
                  <a:lnTo>
                    <a:pt x="0" y="2752557"/>
                  </a:lnTo>
                  <a:lnTo>
                    <a:pt x="0" y="2231503"/>
                  </a:lnTo>
                  <a:lnTo>
                    <a:pt x="0" y="2048959"/>
                  </a:lnTo>
                  <a:cubicBezTo>
                    <a:pt x="0" y="1432851"/>
                    <a:pt x="174797" y="1124469"/>
                    <a:pt x="559354" y="855573"/>
                  </a:cubicBezTo>
                  <a:cubicBezTo>
                    <a:pt x="959283" y="623869"/>
                    <a:pt x="1484227" y="524709"/>
                    <a:pt x="1950071" y="164715"/>
                  </a:cubicBezTo>
                  <a:lnTo>
                    <a:pt x="2144960" y="0"/>
                  </a:lnTo>
                  <a:lnTo>
                    <a:pt x="2332832" y="164715"/>
                  </a:lnTo>
                  <a:cubicBezTo>
                    <a:pt x="2471387" y="252054"/>
                    <a:pt x="2755510" y="441908"/>
                    <a:pt x="2987296" y="557051"/>
                  </a:cubicBezTo>
                </a:path>
              </a:pathLst>
            </a:custGeom>
            <a:noFill/>
            <a:ln w="25400" cap="rnd">
              <a:solidFill>
                <a:schemeClr val="bg2">
                  <a:lumMod val="75000"/>
                  <a:alpha val="65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11B74D-DF90-4993-88AE-4D05C91F2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744" y="959587"/>
            <a:ext cx="9076329" cy="10642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B3DE9-A495-4E75-819D-E0B2E5505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6744" y="2248257"/>
            <a:ext cx="9076329" cy="36501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430AC-DB07-423B-A52A-0065639AFE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266975" y="6356350"/>
            <a:ext cx="29609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11008460-8B2F-4AAA-A4E2-10730069204C}" type="datetimeFigureOut">
              <a:rPr lang="en-US" smtClean="0"/>
              <a:pPr/>
              <a:t>1/13/2026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5FAFC9-FA18-4C55-8C92-B17603CAEE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6745" y="501128"/>
            <a:ext cx="331134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D5A493-61FB-4764-90B6-8CC218A781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9498" y="6356350"/>
            <a:ext cx="515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i="0">
                <a:solidFill>
                  <a:schemeClr val="tx2">
                    <a:alpha val="85000"/>
                  </a:schemeClr>
                </a:solidFill>
              </a:defRPr>
            </a:lvl1pPr>
          </a:lstStyle>
          <a:p>
            <a:fld id="{0946259B-8396-46CD-AD42-FDEDA89DA278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2214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24" r:id="rId4"/>
    <p:sldLayoutId id="2147483725" r:id="rId5"/>
    <p:sldLayoutId id="2147483730" r:id="rId6"/>
    <p:sldLayoutId id="2147483726" r:id="rId7"/>
    <p:sldLayoutId id="2147483727" r:id="rId8"/>
    <p:sldLayoutId id="2147483728" r:id="rId9"/>
    <p:sldLayoutId id="2147483729" r:id="rId10"/>
    <p:sldLayoutId id="214748373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SzPct val="150000"/>
        <a:buFont typeface="Goudy Old Style" panose="02020502050305020303" pitchFamily="18" charset="0"/>
        <a:buChar char="∙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54864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594360" indent="0" algn="l" defTabSz="914400" rtl="0" eaLnBrk="1" latinLnBrk="0" hangingPunct="1">
        <a:lnSpc>
          <a:spcPct val="110000"/>
        </a:lnSpc>
        <a:spcBef>
          <a:spcPts val="500"/>
        </a:spcBef>
        <a:buFontTx/>
        <a:buNone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150000"/>
        <a:buFont typeface="Goudy Old Style" panose="02020502050305020303" pitchFamily="18" charset="0"/>
        <a:buChar char="∙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JasperCroijmans/personal-finance-analyz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6" name="Rectangle 1035">
            <a:extLst>
              <a:ext uri="{FF2B5EF4-FFF2-40B4-BE49-F238E27FC236}">
                <a16:creationId xmlns:a16="http://schemas.microsoft.com/office/drawing/2014/main" id="{3D7AAEFC-156E-1144-8D57-FBE2CD3B6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a Certified Financial Planner and do you need one? - Personal  Finance 101 Blog">
            <a:extLst>
              <a:ext uri="{FF2B5EF4-FFF2-40B4-BE49-F238E27FC236}">
                <a16:creationId xmlns:a16="http://schemas.microsoft.com/office/drawing/2014/main" id="{A416C1DB-4100-FA4E-5B11-D48C96583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" y="-983"/>
            <a:ext cx="12191979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8" name="Freeform: Shape 1037">
            <a:extLst>
              <a:ext uri="{FF2B5EF4-FFF2-40B4-BE49-F238E27FC236}">
                <a16:creationId xmlns:a16="http://schemas.microsoft.com/office/drawing/2014/main" id="{4AF0997A-7C0F-4AD2-BA90-5FE341A177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57594" y="805231"/>
            <a:ext cx="3876811" cy="5245563"/>
          </a:xfrm>
          <a:custGeom>
            <a:avLst/>
            <a:gdLst>
              <a:gd name="connsiteX0" fmla="*/ 1941583 w 3876811"/>
              <a:gd name="connsiteY0" fmla="*/ 0 h 5245563"/>
              <a:gd name="connsiteX1" fmla="*/ 2111641 w 3876811"/>
              <a:gd name="connsiteY1" fmla="*/ 149097 h 5245563"/>
              <a:gd name="connsiteX2" fmla="*/ 3370493 w 3876811"/>
              <a:gd name="connsiteY2" fmla="*/ 774451 h 5245563"/>
              <a:gd name="connsiteX3" fmla="*/ 3876811 w 3876811"/>
              <a:gd name="connsiteY3" fmla="*/ 1854684 h 5245563"/>
              <a:gd name="connsiteX4" fmla="*/ 3876811 w 3876811"/>
              <a:gd name="connsiteY4" fmla="*/ 2019920 h 5245563"/>
              <a:gd name="connsiteX5" fmla="*/ 3876811 w 3876811"/>
              <a:gd name="connsiteY5" fmla="*/ 2491569 h 5245563"/>
              <a:gd name="connsiteX6" fmla="*/ 3876811 w 3876811"/>
              <a:gd name="connsiteY6" fmla="*/ 2753995 h 5245563"/>
              <a:gd name="connsiteX7" fmla="*/ 3876811 w 3876811"/>
              <a:gd name="connsiteY7" fmla="*/ 3115353 h 5245563"/>
              <a:gd name="connsiteX8" fmla="*/ 3876811 w 3876811"/>
              <a:gd name="connsiteY8" fmla="*/ 3390879 h 5245563"/>
              <a:gd name="connsiteX9" fmla="*/ 3370493 w 3876811"/>
              <a:gd name="connsiteY9" fmla="*/ 4471114 h 5245563"/>
              <a:gd name="connsiteX10" fmla="*/ 2111639 w 3876811"/>
              <a:gd name="connsiteY10" fmla="*/ 5096465 h 5245563"/>
              <a:gd name="connsiteX11" fmla="*/ 1935228 w 3876811"/>
              <a:gd name="connsiteY11" fmla="*/ 5245563 h 5245563"/>
              <a:gd name="connsiteX12" fmla="*/ 1765171 w 3876811"/>
              <a:gd name="connsiteY12" fmla="*/ 5096465 h 5245563"/>
              <a:gd name="connsiteX13" fmla="*/ 506317 w 3876811"/>
              <a:gd name="connsiteY13" fmla="*/ 4471114 h 5245563"/>
              <a:gd name="connsiteX14" fmla="*/ 0 w 3876811"/>
              <a:gd name="connsiteY14" fmla="*/ 3390879 h 5245563"/>
              <a:gd name="connsiteX15" fmla="*/ 0 w 3876811"/>
              <a:gd name="connsiteY15" fmla="*/ 3115353 h 5245563"/>
              <a:gd name="connsiteX16" fmla="*/ 0 w 3876811"/>
              <a:gd name="connsiteY16" fmla="*/ 2753995 h 5245563"/>
              <a:gd name="connsiteX17" fmla="*/ 0 w 3876811"/>
              <a:gd name="connsiteY17" fmla="*/ 2491569 h 5245563"/>
              <a:gd name="connsiteX18" fmla="*/ 0 w 3876811"/>
              <a:gd name="connsiteY18" fmla="*/ 2019920 h 5245563"/>
              <a:gd name="connsiteX19" fmla="*/ 0 w 3876811"/>
              <a:gd name="connsiteY19" fmla="*/ 1854684 h 5245563"/>
              <a:gd name="connsiteX20" fmla="*/ 506318 w 3876811"/>
              <a:gd name="connsiteY20" fmla="*/ 774451 h 5245563"/>
              <a:gd name="connsiteX21" fmla="*/ 1765173 w 3876811"/>
              <a:gd name="connsiteY21" fmla="*/ 149097 h 5245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3876811" h="5245563">
                <a:moveTo>
                  <a:pt x="1941583" y="0"/>
                </a:moveTo>
                <a:lnTo>
                  <a:pt x="2111641" y="149097"/>
                </a:lnTo>
                <a:cubicBezTo>
                  <a:pt x="2533315" y="474958"/>
                  <a:pt x="3008487" y="564716"/>
                  <a:pt x="3370493" y="774451"/>
                </a:cubicBezTo>
                <a:cubicBezTo>
                  <a:pt x="3718590" y="1017851"/>
                  <a:pt x="3876811" y="1296993"/>
                  <a:pt x="3876811" y="1854684"/>
                </a:cubicBezTo>
                <a:lnTo>
                  <a:pt x="3876811" y="2019920"/>
                </a:lnTo>
                <a:lnTo>
                  <a:pt x="3876811" y="2491569"/>
                </a:lnTo>
                <a:lnTo>
                  <a:pt x="3876811" y="2753995"/>
                </a:lnTo>
                <a:lnTo>
                  <a:pt x="3876811" y="3115353"/>
                </a:lnTo>
                <a:lnTo>
                  <a:pt x="3876811" y="3390879"/>
                </a:lnTo>
                <a:cubicBezTo>
                  <a:pt x="3876811" y="3948571"/>
                  <a:pt x="3718588" y="4227713"/>
                  <a:pt x="3370493" y="4471114"/>
                </a:cubicBezTo>
                <a:cubicBezTo>
                  <a:pt x="3008484" y="4680847"/>
                  <a:pt x="2533312" y="4770605"/>
                  <a:pt x="2111639" y="5096465"/>
                </a:cubicBezTo>
                <a:lnTo>
                  <a:pt x="1935228" y="5245563"/>
                </a:lnTo>
                <a:lnTo>
                  <a:pt x="1765171" y="5096465"/>
                </a:lnTo>
                <a:cubicBezTo>
                  <a:pt x="1343496" y="4770605"/>
                  <a:pt x="868325" y="4680847"/>
                  <a:pt x="506317" y="4471114"/>
                </a:cubicBezTo>
                <a:cubicBezTo>
                  <a:pt x="158223" y="4227713"/>
                  <a:pt x="0" y="3948571"/>
                  <a:pt x="0" y="3390879"/>
                </a:cubicBezTo>
                <a:lnTo>
                  <a:pt x="0" y="3115353"/>
                </a:lnTo>
                <a:lnTo>
                  <a:pt x="0" y="2753995"/>
                </a:lnTo>
                <a:lnTo>
                  <a:pt x="0" y="2491569"/>
                </a:lnTo>
                <a:lnTo>
                  <a:pt x="0" y="2019920"/>
                </a:lnTo>
                <a:lnTo>
                  <a:pt x="0" y="1854684"/>
                </a:lnTo>
                <a:cubicBezTo>
                  <a:pt x="0" y="1296993"/>
                  <a:pt x="158224" y="1017851"/>
                  <a:pt x="506318" y="774451"/>
                </a:cubicBezTo>
                <a:cubicBezTo>
                  <a:pt x="868327" y="564716"/>
                  <a:pt x="1343498" y="474958"/>
                  <a:pt x="1765173" y="149097"/>
                </a:cubicBez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CCDAD81-3258-13BC-5C66-9EF0465321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21389" y="1826096"/>
            <a:ext cx="3149221" cy="2142699"/>
          </a:xfrm>
        </p:spPr>
        <p:txBody>
          <a:bodyPr anchor="b">
            <a:normAutofit/>
          </a:bodyPr>
          <a:lstStyle/>
          <a:p>
            <a:pPr algn="ctr"/>
            <a:r>
              <a:rPr lang="nl-NL" sz="4000">
                <a:solidFill>
                  <a:srgbClr val="FFFFFF"/>
                </a:solidFill>
              </a:rPr>
              <a:t>Personal finance advisor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33DADDBD-DB4C-694A-EE5B-423A3BAA13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42513" y="4196605"/>
            <a:ext cx="2906973" cy="948601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nl-NL" sz="1700">
                <a:solidFill>
                  <a:srgbClr val="FFFFFF"/>
                </a:solidFill>
              </a:rPr>
              <a:t>ML-Powered Transaction Analysis 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12E3FD4C-DB09-84C2-5854-FAFE431E93D9}"/>
              </a:ext>
            </a:extLst>
          </p:cNvPr>
          <p:cNvSpPr/>
          <p:nvPr/>
        </p:nvSpPr>
        <p:spPr>
          <a:xfrm>
            <a:off x="-1" y="5544881"/>
            <a:ext cx="2654711" cy="1312125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600"/>
              </a:spcAft>
            </a:pPr>
            <a:r>
              <a:rPr lang="nl-NL" dirty="0">
                <a:solidFill>
                  <a:schemeClr val="bg1"/>
                </a:solidFill>
              </a:rPr>
              <a:t>Jasper Croijmans</a:t>
            </a:r>
          </a:p>
          <a:p>
            <a:pPr>
              <a:spcAft>
                <a:spcPts val="600"/>
              </a:spcAft>
            </a:pPr>
            <a:r>
              <a:rPr lang="nl-NL" dirty="0">
                <a:solidFill>
                  <a:schemeClr val="bg1"/>
                </a:solidFill>
              </a:rPr>
              <a:t>225394</a:t>
            </a:r>
          </a:p>
          <a:p>
            <a:pPr>
              <a:spcAft>
                <a:spcPts val="600"/>
              </a:spcAft>
            </a:pPr>
            <a:r>
              <a:rPr lang="nl-NL" dirty="0">
                <a:solidFill>
                  <a:schemeClr val="bg1"/>
                </a:solidFill>
              </a:rPr>
              <a:t>Data </a:t>
            </a:r>
            <a:r>
              <a:rPr lang="nl-NL" dirty="0" err="1">
                <a:solidFill>
                  <a:schemeClr val="bg1"/>
                </a:solidFill>
              </a:rPr>
              <a:t>science</a:t>
            </a:r>
            <a:r>
              <a:rPr lang="nl-NL" dirty="0">
                <a:solidFill>
                  <a:schemeClr val="bg1"/>
                </a:solidFill>
              </a:rPr>
              <a:t> </a:t>
            </a:r>
            <a:r>
              <a:rPr lang="nl-NL" dirty="0" err="1">
                <a:solidFill>
                  <a:schemeClr val="bg1"/>
                </a:solidFill>
              </a:rPr>
              <a:t>and</a:t>
            </a:r>
            <a:r>
              <a:rPr lang="nl-NL" dirty="0">
                <a:solidFill>
                  <a:schemeClr val="bg1"/>
                </a:solidFill>
              </a:rPr>
              <a:t> Ml minor</a:t>
            </a:r>
            <a:endParaRPr lang="nl-NL" dirty="0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DC1D7415-A690-0C4B-A07E-605544F91A90}"/>
              </a:ext>
            </a:extLst>
          </p:cNvPr>
          <p:cNvSpPr/>
          <p:nvPr/>
        </p:nvSpPr>
        <p:spPr>
          <a:xfrm>
            <a:off x="9753600" y="5968181"/>
            <a:ext cx="2074606" cy="698090"/>
          </a:xfrm>
          <a:prstGeom prst="ellipse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100" dirty="0">
                <a:hlinkClick r:id="rId3"/>
              </a:rPr>
              <a:t>https://github.com/JasperCroijmans/personal-finance-analyzer</a:t>
            </a:r>
            <a:r>
              <a:rPr lang="nl-NL" sz="11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89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9" name="Rectangle 2054">
            <a:extLst>
              <a:ext uri="{FF2B5EF4-FFF2-40B4-BE49-F238E27FC236}">
                <a16:creationId xmlns:a16="http://schemas.microsoft.com/office/drawing/2014/main" id="{1F72CB4B-A086-E546-83B0-DD8F40789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DB97176-AC49-B79D-F055-3E4E5D07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960030"/>
            <a:ext cx="4470832" cy="1507398"/>
          </a:xfrm>
        </p:spPr>
        <p:txBody>
          <a:bodyPr anchor="ctr">
            <a:normAutofit/>
          </a:bodyPr>
          <a:lstStyle/>
          <a:p>
            <a:r>
              <a:rPr lang="nl-NL" dirty="0" err="1"/>
              <a:t>Problem</a:t>
            </a:r>
            <a:r>
              <a:rPr lang="nl-NL" dirty="0"/>
              <a:t> solution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A8F14DB-CFBC-5A1D-8BEF-6B04F606A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1" y="2069960"/>
            <a:ext cx="4470831" cy="3828010"/>
          </a:xfrm>
        </p:spPr>
        <p:txBody>
          <a:bodyPr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nl-NL" sz="1400" dirty="0"/>
              <a:t>The </a:t>
            </a:r>
            <a:r>
              <a:rPr lang="nl-NL" sz="1400" dirty="0" err="1"/>
              <a:t>Problem</a:t>
            </a:r>
            <a:endParaRPr lang="nl-NL" sz="1400" dirty="0"/>
          </a:p>
          <a:p>
            <a:pPr>
              <a:lnSpc>
                <a:spcPct val="100000"/>
              </a:lnSpc>
            </a:pPr>
            <a:r>
              <a:rPr lang="nl-NL" sz="1400" dirty="0"/>
              <a:t>Manual tracking is time </a:t>
            </a:r>
            <a:r>
              <a:rPr lang="nl-NL" sz="1400" dirty="0" err="1"/>
              <a:t>consuming</a:t>
            </a:r>
            <a:endParaRPr lang="nl-NL" sz="1400" dirty="0"/>
          </a:p>
          <a:p>
            <a:pPr>
              <a:lnSpc>
                <a:spcPct val="100000"/>
              </a:lnSpc>
            </a:pPr>
            <a:r>
              <a:rPr lang="nl-NL" sz="1400" dirty="0"/>
              <a:t>No </a:t>
            </a:r>
            <a:r>
              <a:rPr lang="nl-NL" sz="1400" dirty="0" err="1"/>
              <a:t>insights</a:t>
            </a:r>
            <a:r>
              <a:rPr lang="nl-NL" sz="1400" dirty="0"/>
              <a:t> </a:t>
            </a:r>
            <a:r>
              <a:rPr lang="nl-NL" sz="1400" dirty="0" err="1"/>
              <a:t>into</a:t>
            </a:r>
            <a:r>
              <a:rPr lang="nl-NL" sz="1400" dirty="0"/>
              <a:t> </a:t>
            </a:r>
            <a:r>
              <a:rPr lang="nl-NL" sz="1400" dirty="0" err="1"/>
              <a:t>spending</a:t>
            </a:r>
            <a:r>
              <a:rPr lang="nl-NL" sz="1400" dirty="0"/>
              <a:t> </a:t>
            </a:r>
            <a:r>
              <a:rPr lang="nl-NL" sz="1400" dirty="0" err="1"/>
              <a:t>patterns</a:t>
            </a:r>
            <a:endParaRPr lang="nl-NL" sz="1400" dirty="0"/>
          </a:p>
          <a:p>
            <a:pPr>
              <a:lnSpc>
                <a:spcPct val="100000"/>
              </a:lnSpc>
            </a:pPr>
            <a:r>
              <a:rPr lang="nl-NL" sz="1400" dirty="0" err="1"/>
              <a:t>Difficult</a:t>
            </a:r>
            <a:r>
              <a:rPr lang="nl-NL" sz="1400" dirty="0"/>
              <a:t> </a:t>
            </a:r>
            <a:r>
              <a:rPr lang="nl-NL" sz="1400" dirty="0" err="1"/>
              <a:t>to</a:t>
            </a:r>
            <a:r>
              <a:rPr lang="nl-NL" sz="1400" dirty="0"/>
              <a:t> spot </a:t>
            </a:r>
            <a:r>
              <a:rPr lang="nl-NL" sz="1400" dirty="0" err="1"/>
              <a:t>unusual</a:t>
            </a:r>
            <a:r>
              <a:rPr lang="nl-NL" sz="1400" dirty="0"/>
              <a:t> </a:t>
            </a:r>
            <a:r>
              <a:rPr lang="nl-NL" sz="1400" dirty="0" err="1"/>
              <a:t>expenses</a:t>
            </a:r>
            <a:endParaRPr lang="nl-NL" sz="1400" dirty="0"/>
          </a:p>
          <a:p>
            <a:pPr>
              <a:lnSpc>
                <a:spcPct val="100000"/>
              </a:lnSpc>
            </a:pPr>
            <a:r>
              <a:rPr lang="nl-NL" sz="1400" dirty="0"/>
              <a:t>Hard </a:t>
            </a:r>
            <a:r>
              <a:rPr lang="nl-NL" sz="1400" dirty="0" err="1"/>
              <a:t>to</a:t>
            </a:r>
            <a:r>
              <a:rPr lang="nl-NL" sz="1400" dirty="0"/>
              <a:t> </a:t>
            </a:r>
            <a:r>
              <a:rPr lang="nl-NL" sz="1400" dirty="0" err="1"/>
              <a:t>predict</a:t>
            </a:r>
            <a:r>
              <a:rPr lang="nl-NL" sz="1400" dirty="0"/>
              <a:t> </a:t>
            </a:r>
            <a:r>
              <a:rPr lang="nl-NL" sz="1400" dirty="0" err="1"/>
              <a:t>future</a:t>
            </a:r>
            <a:r>
              <a:rPr lang="nl-NL" sz="1400" dirty="0"/>
              <a:t> </a:t>
            </a:r>
            <a:r>
              <a:rPr lang="nl-NL" sz="1400" dirty="0" err="1"/>
              <a:t>spending</a:t>
            </a:r>
            <a:endParaRPr lang="nl-NL" sz="1400" dirty="0"/>
          </a:p>
          <a:p>
            <a:pPr marL="0" indent="0">
              <a:lnSpc>
                <a:spcPct val="100000"/>
              </a:lnSpc>
              <a:buNone/>
            </a:pPr>
            <a:r>
              <a:rPr lang="nl-NL" sz="1400" dirty="0"/>
              <a:t>The Solution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sz="1400" dirty="0"/>
              <a:t> </a:t>
            </a:r>
            <a:r>
              <a:rPr lang="nl-NL" sz="1400" dirty="0" err="1"/>
              <a:t>Automated</a:t>
            </a:r>
            <a:r>
              <a:rPr lang="nl-NL" sz="1400" dirty="0"/>
              <a:t> ML-</a:t>
            </a:r>
            <a:r>
              <a:rPr lang="nl-NL" sz="1400" dirty="0" err="1"/>
              <a:t>powered</a:t>
            </a:r>
            <a:r>
              <a:rPr lang="nl-NL" sz="1400" dirty="0"/>
              <a:t> analyzer </a:t>
            </a:r>
            <a:r>
              <a:rPr lang="nl-NL" sz="1400" dirty="0" err="1"/>
              <a:t>that</a:t>
            </a:r>
            <a:r>
              <a:rPr lang="nl-NL" sz="1400" dirty="0"/>
              <a:t>: </a:t>
            </a:r>
          </a:p>
          <a:p>
            <a:pPr>
              <a:lnSpc>
                <a:spcPct val="100000"/>
              </a:lnSpc>
            </a:pPr>
            <a:r>
              <a:rPr lang="nl-NL" sz="1400" dirty="0"/>
              <a:t>✓ </a:t>
            </a:r>
            <a:r>
              <a:rPr lang="nl-NL" sz="1400" dirty="0" err="1"/>
              <a:t>Categorizes</a:t>
            </a:r>
            <a:r>
              <a:rPr lang="nl-NL" sz="1400" dirty="0"/>
              <a:t> 100% of transactions </a:t>
            </a:r>
          </a:p>
          <a:p>
            <a:pPr>
              <a:lnSpc>
                <a:spcPct val="100000"/>
              </a:lnSpc>
            </a:pPr>
            <a:r>
              <a:rPr lang="nl-NL" sz="1400" dirty="0"/>
              <a:t>✓ </a:t>
            </a:r>
            <a:r>
              <a:rPr lang="nl-NL" sz="1400" dirty="0" err="1"/>
              <a:t>Predicts</a:t>
            </a:r>
            <a:r>
              <a:rPr lang="nl-NL" sz="1400" dirty="0"/>
              <a:t> next </a:t>
            </a:r>
            <a:r>
              <a:rPr lang="nl-NL" sz="1400" dirty="0" err="1"/>
              <a:t>month</a:t>
            </a:r>
            <a:r>
              <a:rPr lang="nl-NL" sz="1400" dirty="0"/>
              <a:t> </a:t>
            </a:r>
            <a:r>
              <a:rPr lang="nl-NL" sz="1400" dirty="0" err="1"/>
              <a:t>spending</a:t>
            </a:r>
            <a:r>
              <a:rPr lang="nl-NL" sz="1400" dirty="0"/>
              <a:t> </a:t>
            </a:r>
          </a:p>
          <a:p>
            <a:pPr>
              <a:lnSpc>
                <a:spcPct val="100000"/>
              </a:lnSpc>
            </a:pPr>
            <a:r>
              <a:rPr lang="nl-NL" sz="1400" dirty="0"/>
              <a:t>✓ </a:t>
            </a:r>
            <a:r>
              <a:rPr lang="nl-NL" sz="1400" dirty="0" err="1"/>
              <a:t>Detects</a:t>
            </a:r>
            <a:r>
              <a:rPr lang="nl-NL" sz="1400" dirty="0"/>
              <a:t> </a:t>
            </a:r>
            <a:r>
              <a:rPr lang="nl-NL" sz="1400" dirty="0" err="1"/>
              <a:t>anomalies</a:t>
            </a:r>
            <a:r>
              <a:rPr lang="nl-NL" sz="1400" dirty="0"/>
              <a:t> </a:t>
            </a:r>
            <a:r>
              <a:rPr lang="nl-NL" sz="1400" dirty="0" err="1"/>
              <a:t>automatically</a:t>
            </a:r>
            <a:r>
              <a:rPr lang="nl-NL" sz="1400" dirty="0"/>
              <a:t> </a:t>
            </a:r>
          </a:p>
          <a:p>
            <a:pPr>
              <a:lnSpc>
                <a:spcPct val="100000"/>
              </a:lnSpc>
            </a:pPr>
            <a:r>
              <a:rPr lang="nl-NL" sz="1400" dirty="0"/>
              <a:t>✓ </a:t>
            </a:r>
            <a:r>
              <a:rPr lang="nl-NL" sz="1400" dirty="0" err="1"/>
              <a:t>Provides</a:t>
            </a:r>
            <a:r>
              <a:rPr lang="nl-NL" sz="1400" dirty="0"/>
              <a:t> </a:t>
            </a:r>
            <a:r>
              <a:rPr lang="nl-NL" sz="1400" dirty="0" err="1"/>
              <a:t>interactive</a:t>
            </a:r>
            <a:r>
              <a:rPr lang="nl-NL" sz="1400" dirty="0"/>
              <a:t> dashboards </a:t>
            </a:r>
          </a:p>
        </p:txBody>
      </p:sp>
      <p:cxnSp>
        <p:nvCxnSpPr>
          <p:cNvPr id="2060" name="Straight Connector 2056">
            <a:extLst>
              <a:ext uri="{FF2B5EF4-FFF2-40B4-BE49-F238E27FC236}">
                <a16:creationId xmlns:a16="http://schemas.microsoft.com/office/drawing/2014/main" id="{49151340-7EF2-0647-A719-394EFC3A1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096000" y="1874484"/>
            <a:ext cx="0" cy="3394558"/>
          </a:xfrm>
          <a:prstGeom prst="line">
            <a:avLst/>
          </a:prstGeom>
          <a:ln w="25400" cap="rnd">
            <a:solidFill>
              <a:schemeClr val="bg2">
                <a:lumMod val="75000"/>
                <a:alpha val="65000"/>
              </a:schemeClr>
            </a:solidFill>
            <a:prstDash val="sysDot"/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How to focus on solutions not problems (with Abraham-Hicks inspired tap  along). | The Thought Gardener">
            <a:extLst>
              <a:ext uri="{FF2B5EF4-FFF2-40B4-BE49-F238E27FC236}">
                <a16:creationId xmlns:a16="http://schemas.microsoft.com/office/drawing/2014/main" id="{85EB01C2-9B69-2B78-18A0-70CEE2AF6F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768669" y="1004724"/>
            <a:ext cx="4848551" cy="4848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8332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C83F87-726A-F84E-3C36-7B37D4504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Methodology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F0A68A-1D63-EC75-AC0D-C6F1E89CB2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5" y="2248258"/>
            <a:ext cx="3329952" cy="2146762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Dataset: </a:t>
            </a:r>
          </a:p>
          <a:p>
            <a:pPr marL="0" indent="0">
              <a:buNone/>
            </a:pPr>
            <a:r>
              <a:rPr lang="nl-NL" dirty="0"/>
              <a:t>• 1,638 transactions (1 </a:t>
            </a:r>
            <a:r>
              <a:rPr lang="nl-NL" dirty="0" err="1"/>
              <a:t>year</a:t>
            </a:r>
            <a:r>
              <a:rPr lang="nl-NL" dirty="0"/>
              <a:t>) </a:t>
            </a:r>
          </a:p>
          <a:p>
            <a:pPr marL="0" indent="0">
              <a:buNone/>
            </a:pPr>
            <a:r>
              <a:rPr lang="nl-NL" dirty="0"/>
              <a:t>• Rabobank CSV export </a:t>
            </a:r>
          </a:p>
          <a:p>
            <a:pPr marL="0" indent="0">
              <a:buNone/>
            </a:pPr>
            <a:r>
              <a:rPr lang="nl-NL" dirty="0"/>
              <a:t>• 30+ </a:t>
            </a:r>
            <a:r>
              <a:rPr lang="nl-NL" dirty="0" err="1"/>
              <a:t>engineered</a:t>
            </a:r>
            <a:r>
              <a:rPr lang="nl-NL" dirty="0"/>
              <a:t> features 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4FB25C94-E687-AC17-3887-E3630629E30C}"/>
              </a:ext>
            </a:extLst>
          </p:cNvPr>
          <p:cNvSpPr txBox="1"/>
          <p:nvPr/>
        </p:nvSpPr>
        <p:spPr>
          <a:xfrm>
            <a:off x="4611328" y="2340077"/>
            <a:ext cx="60566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ML </a:t>
            </a:r>
            <a:r>
              <a:rPr lang="nl-NL" dirty="0" err="1"/>
              <a:t>Models</a:t>
            </a:r>
            <a:r>
              <a:rPr lang="nl-NL" dirty="0"/>
              <a:t>:</a:t>
            </a:r>
          </a:p>
          <a:p>
            <a:r>
              <a:rPr lang="nl-NL" dirty="0"/>
              <a:t>• Random </a:t>
            </a:r>
            <a:r>
              <a:rPr lang="nl-NL" dirty="0" err="1"/>
              <a:t>Forest</a:t>
            </a:r>
            <a:r>
              <a:rPr lang="nl-NL" dirty="0"/>
              <a:t> → </a:t>
            </a:r>
            <a:r>
              <a:rPr lang="nl-NL" dirty="0" err="1"/>
              <a:t>Categorization</a:t>
            </a:r>
            <a:r>
              <a:rPr lang="nl-NL" dirty="0"/>
              <a:t> (72% </a:t>
            </a:r>
            <a:r>
              <a:rPr lang="nl-NL" dirty="0" err="1"/>
              <a:t>accuracy</a:t>
            </a:r>
            <a:r>
              <a:rPr lang="nl-NL" dirty="0"/>
              <a:t>, 82.6% </a:t>
            </a:r>
            <a:r>
              <a:rPr lang="nl-NL" dirty="0" err="1"/>
              <a:t>confidence</a:t>
            </a:r>
            <a:r>
              <a:rPr lang="nl-NL" dirty="0"/>
              <a:t>) </a:t>
            </a:r>
          </a:p>
          <a:p>
            <a:r>
              <a:rPr lang="nl-NL" dirty="0"/>
              <a:t>• </a:t>
            </a:r>
            <a:r>
              <a:rPr lang="nl-NL" dirty="0" err="1"/>
              <a:t>Linear</a:t>
            </a:r>
            <a:r>
              <a:rPr lang="nl-NL" dirty="0"/>
              <a:t> </a:t>
            </a:r>
            <a:r>
              <a:rPr lang="nl-NL" dirty="0" err="1"/>
              <a:t>Regression</a:t>
            </a:r>
            <a:r>
              <a:rPr lang="nl-NL" dirty="0"/>
              <a:t> → </a:t>
            </a:r>
            <a:r>
              <a:rPr lang="nl-NL" dirty="0" err="1"/>
              <a:t>Predictions</a:t>
            </a:r>
            <a:r>
              <a:rPr lang="nl-NL" dirty="0"/>
              <a:t> (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category</a:t>
            </a:r>
            <a:r>
              <a:rPr lang="nl-NL" dirty="0"/>
              <a:t>)</a:t>
            </a:r>
          </a:p>
          <a:p>
            <a:r>
              <a:rPr lang="nl-NL" dirty="0"/>
              <a:t>(MAE: €81,01) </a:t>
            </a:r>
          </a:p>
          <a:p>
            <a:r>
              <a:rPr lang="nl-NL" dirty="0"/>
              <a:t>• </a:t>
            </a:r>
            <a:r>
              <a:rPr lang="nl-NL" dirty="0" err="1"/>
              <a:t>Isolation</a:t>
            </a:r>
            <a:r>
              <a:rPr lang="nl-NL" dirty="0"/>
              <a:t> </a:t>
            </a:r>
            <a:r>
              <a:rPr lang="nl-NL" dirty="0" err="1"/>
              <a:t>Forest</a:t>
            </a:r>
            <a:r>
              <a:rPr lang="nl-NL" dirty="0"/>
              <a:t> → </a:t>
            </a:r>
            <a:r>
              <a:rPr lang="nl-NL" dirty="0" err="1"/>
              <a:t>Anomalies</a:t>
            </a:r>
            <a:r>
              <a:rPr lang="nl-NL" dirty="0"/>
              <a:t> (76 </a:t>
            </a:r>
            <a:r>
              <a:rPr lang="nl-NL" dirty="0" err="1"/>
              <a:t>anomalies</a:t>
            </a:r>
            <a:r>
              <a:rPr lang="nl-NL" dirty="0"/>
              <a:t>, 5% of data) </a:t>
            </a:r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BDA02DD0-0A5F-D331-CF27-677F6CCA8440}"/>
              </a:ext>
            </a:extLst>
          </p:cNvPr>
          <p:cNvSpPr txBox="1"/>
          <p:nvPr/>
        </p:nvSpPr>
        <p:spPr>
          <a:xfrm>
            <a:off x="966744" y="4834137"/>
            <a:ext cx="40083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Tech Stack: </a:t>
            </a:r>
          </a:p>
          <a:p>
            <a:r>
              <a:rPr lang="en-US" dirty="0"/>
              <a:t>Python • scikit-learn • Power BI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233906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1B6A5F-56CE-AC64-980E-8CACF1E28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Feuture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3BB0054-1054-9335-59CF-3F64F8D4FC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4" y="2248257"/>
            <a:ext cx="5532379" cy="1645317"/>
          </a:xfrm>
        </p:spPr>
        <p:txBody>
          <a:bodyPr/>
          <a:lstStyle/>
          <a:p>
            <a:r>
              <a:rPr lang="nl-NL" b="1" dirty="0" err="1"/>
              <a:t>historical</a:t>
            </a:r>
            <a:r>
              <a:rPr lang="nl-NL" b="1" dirty="0"/>
              <a:t> </a:t>
            </a:r>
            <a:r>
              <a:rPr lang="nl-NL" b="1" dirty="0" err="1"/>
              <a:t>monthly</a:t>
            </a:r>
            <a:r>
              <a:rPr lang="nl-NL" b="1" dirty="0"/>
              <a:t> </a:t>
            </a:r>
            <a:r>
              <a:rPr lang="nl-NL" b="1" dirty="0" err="1"/>
              <a:t>spending</a:t>
            </a:r>
            <a:r>
              <a:rPr lang="nl-NL" b="1" dirty="0"/>
              <a:t> </a:t>
            </a:r>
            <a:r>
              <a:rPr lang="nl-NL" b="1" dirty="0" err="1"/>
              <a:t>patterns</a:t>
            </a:r>
            <a:endParaRPr lang="nl-NL" b="1" dirty="0"/>
          </a:p>
          <a:p>
            <a:r>
              <a:rPr lang="nl-NL" b="1" dirty="0"/>
              <a:t>Primaire </a:t>
            </a:r>
            <a:r>
              <a:rPr lang="nl-NL" b="1" dirty="0" err="1"/>
              <a:t>feuture</a:t>
            </a:r>
            <a:r>
              <a:rPr lang="nl-NL" b="1" dirty="0"/>
              <a:t> is time (</a:t>
            </a:r>
            <a:r>
              <a:rPr lang="nl-NL" b="1" dirty="0" err="1"/>
              <a:t>the</a:t>
            </a:r>
            <a:r>
              <a:rPr lang="nl-NL" b="1" dirty="0"/>
              <a:t> </a:t>
            </a:r>
            <a:r>
              <a:rPr lang="nl-NL" b="1" dirty="0" err="1"/>
              <a:t>month</a:t>
            </a:r>
            <a:r>
              <a:rPr lang="nl-NL" b="1" dirty="0"/>
              <a:t> </a:t>
            </a:r>
            <a:r>
              <a:rPr lang="nl-NL" b="1" dirty="0" err="1"/>
              <a:t>number</a:t>
            </a:r>
            <a:r>
              <a:rPr lang="nl-NL" b="1" dirty="0"/>
              <a:t>)</a:t>
            </a:r>
          </a:p>
          <a:p>
            <a:r>
              <a:rPr lang="nl-NL" b="1" dirty="0" err="1"/>
              <a:t>Learns</a:t>
            </a:r>
            <a:r>
              <a:rPr lang="nl-NL" b="1" dirty="0"/>
              <a:t> </a:t>
            </a:r>
            <a:r>
              <a:rPr lang="nl-NL" b="1" dirty="0" err="1"/>
              <a:t>spending</a:t>
            </a:r>
            <a:r>
              <a:rPr lang="nl-NL" b="1" dirty="0"/>
              <a:t> over time per </a:t>
            </a:r>
            <a:r>
              <a:rPr lang="nl-NL" b="1" dirty="0" err="1"/>
              <a:t>category</a:t>
            </a:r>
            <a:endParaRPr lang="nl-NL" b="1" dirty="0"/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748D82EB-F253-CC9B-7EDE-C97C41B9F477}"/>
              </a:ext>
            </a:extLst>
          </p:cNvPr>
          <p:cNvSpPr txBox="1"/>
          <p:nvPr/>
        </p:nvSpPr>
        <p:spPr>
          <a:xfrm>
            <a:off x="884903" y="4041058"/>
            <a:ext cx="380508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What the Model Does:</a:t>
            </a:r>
          </a:p>
          <a:p>
            <a:r>
              <a:rPr lang="en-US" b="1" dirty="0"/>
              <a:t>1. Aggregates</a:t>
            </a:r>
            <a:r>
              <a:rPr lang="en-US" dirty="0"/>
              <a:t> spending per month per category</a:t>
            </a:r>
          </a:p>
          <a:p>
            <a:r>
              <a:rPr lang="en-US" b="1" dirty="0"/>
              <a:t>2. Fits a line</a:t>
            </a:r>
            <a:r>
              <a:rPr lang="en-US" dirty="0"/>
              <a:t> through the data points (Linear Regression)</a:t>
            </a:r>
          </a:p>
          <a:p>
            <a:r>
              <a:rPr lang="en-US" b="1" dirty="0"/>
              <a:t>3. Extrapolates</a:t>
            </a:r>
            <a:r>
              <a:rPr lang="en-US" dirty="0"/>
              <a:t> the line to predict next month</a:t>
            </a:r>
          </a:p>
          <a:p>
            <a:endParaRPr lang="nl-NL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16653702-9EA8-C6AB-D770-B114DB647FDF}"/>
              </a:ext>
            </a:extLst>
          </p:cNvPr>
          <p:cNvSpPr txBox="1"/>
          <p:nvPr/>
        </p:nvSpPr>
        <p:spPr>
          <a:xfrm>
            <a:off x="5781368" y="4011561"/>
            <a:ext cx="446384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Why This Simple Approach? </a:t>
            </a:r>
          </a:p>
          <a:p>
            <a:r>
              <a:rPr lang="en-US" dirty="0"/>
              <a:t>✓ Works well for short-term (1 month) forecasts </a:t>
            </a:r>
          </a:p>
          <a:p>
            <a:r>
              <a:rPr lang="en-US" dirty="0"/>
              <a:t>✓ Easy to interpret clear trend line </a:t>
            </a:r>
          </a:p>
          <a:p>
            <a:r>
              <a:rPr lang="en-US" dirty="0"/>
              <a:t>✓ Fast to train - minimal computation </a:t>
            </a:r>
          </a:p>
          <a:p>
            <a:r>
              <a:rPr lang="en-US" dirty="0"/>
              <a:t>⚠️ Assumption: Spending behavior remains relatively stable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99357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C022A87-A106-0DC1-4600-3E8E016DC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Key</a:t>
            </a:r>
            <a:r>
              <a:rPr lang="nl-NL" dirty="0"/>
              <a:t> </a:t>
            </a:r>
            <a:r>
              <a:rPr lang="nl-NL" dirty="0" err="1"/>
              <a:t>insights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6A8A696-D4D6-6654-A034-B14668B31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5" y="2248257"/>
            <a:ext cx="3467604" cy="365015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nl-NL" dirty="0"/>
              <a:t>Financial Summary: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dirty="0"/>
              <a:t>• Total </a:t>
            </a:r>
            <a:r>
              <a:rPr lang="nl-NL" dirty="0" err="1"/>
              <a:t>Income</a:t>
            </a:r>
            <a:r>
              <a:rPr lang="nl-NL" dirty="0"/>
              <a:t>: €29.751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dirty="0"/>
              <a:t>• Total </a:t>
            </a:r>
            <a:r>
              <a:rPr lang="nl-NL" dirty="0" err="1"/>
              <a:t>Expenses</a:t>
            </a:r>
            <a:r>
              <a:rPr lang="nl-NL" dirty="0"/>
              <a:t>: €29.612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dirty="0"/>
              <a:t>• Net Cashflow: €139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nl-NL" dirty="0"/>
              <a:t>• </a:t>
            </a:r>
            <a:r>
              <a:rPr lang="nl-NL" dirty="0" err="1"/>
              <a:t>Current</a:t>
            </a:r>
            <a:r>
              <a:rPr lang="nl-NL" dirty="0"/>
              <a:t> Balance: €38,57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Dashboard </a:t>
            </a: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17C9ECEF-0A35-305F-7C04-71A915591B36}"/>
              </a:ext>
            </a:extLst>
          </p:cNvPr>
          <p:cNvSpPr txBox="1"/>
          <p:nvPr/>
        </p:nvSpPr>
        <p:spPr>
          <a:xfrm>
            <a:off x="4847303" y="2248257"/>
            <a:ext cx="38444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Top Findings: </a:t>
            </a:r>
          </a:p>
          <a:p>
            <a:r>
              <a:rPr lang="en-US" sz="2000" dirty="0"/>
              <a:t>✓ Supermarket = biggest category  </a:t>
            </a:r>
          </a:p>
          <a:p>
            <a:r>
              <a:rPr lang="en-US" sz="2000" dirty="0"/>
              <a:t>✓ 76 anomalies detected (5%) </a:t>
            </a:r>
          </a:p>
          <a:p>
            <a:r>
              <a:rPr lang="en-US" sz="2000" dirty="0"/>
              <a:t>✓ Predicted month (December 2025): €2086</a:t>
            </a:r>
          </a:p>
          <a:p>
            <a:r>
              <a:rPr lang="en-US" sz="2000" dirty="0"/>
              <a:t>  </a:t>
            </a:r>
            <a:endParaRPr lang="nl-NL" sz="2000" dirty="0"/>
          </a:p>
        </p:txBody>
      </p:sp>
    </p:spTree>
    <p:extLst>
      <p:ext uri="{BB962C8B-B14F-4D97-AF65-F5344CB8AC3E}">
        <p14:creationId xmlns:p14="http://schemas.microsoft.com/office/powerpoint/2010/main" val="31305426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46F54CD-9153-FB0D-D8B7-378F29E0E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Actual</a:t>
            </a:r>
            <a:r>
              <a:rPr lang="nl-NL" dirty="0"/>
              <a:t> </a:t>
            </a:r>
            <a:r>
              <a:rPr lang="nl-NL" dirty="0" err="1"/>
              <a:t>spending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433C2EBB-9C9C-7C93-7661-C9C0DE150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Actual spending: €2395 </a:t>
            </a:r>
          </a:p>
          <a:p>
            <a:endParaRPr lang="en-US" dirty="0"/>
          </a:p>
          <a:p>
            <a:r>
              <a:rPr lang="en-US" dirty="0"/>
              <a:t>Of by €309 </a:t>
            </a:r>
          </a:p>
          <a:p>
            <a:endParaRPr lang="en-US" dirty="0"/>
          </a:p>
          <a:p>
            <a:r>
              <a:rPr lang="en-US" dirty="0"/>
              <a:t>1 really big abnormal </a:t>
            </a:r>
            <a:r>
              <a:rPr lang="en-US" dirty="0" err="1"/>
              <a:t>expens</a:t>
            </a:r>
            <a:r>
              <a:rPr lang="en-US" dirty="0"/>
              <a:t> of €860 (hospital)</a:t>
            </a:r>
          </a:p>
          <a:p>
            <a:r>
              <a:rPr lang="en-US" dirty="0"/>
              <a:t>December no bars: €426 predicted saved</a:t>
            </a:r>
          </a:p>
          <a:p>
            <a:r>
              <a:rPr lang="en-US" dirty="0"/>
              <a:t>Hospital </a:t>
            </a:r>
            <a:r>
              <a:rPr lang="en-US" dirty="0" err="1"/>
              <a:t>expens</a:t>
            </a:r>
            <a:r>
              <a:rPr lang="en-US" dirty="0"/>
              <a:t> that was free: €200 (given price) saved</a:t>
            </a:r>
          </a:p>
          <a:p>
            <a:endParaRPr lang="nl-NL" dirty="0"/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D79B46F8-860A-57F5-E960-FA48859113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442823"/>
              </p:ext>
            </p:extLst>
          </p:nvPr>
        </p:nvGraphicFramePr>
        <p:xfrm>
          <a:off x="5980176" y="1282184"/>
          <a:ext cx="4600448" cy="2865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0224">
                  <a:extLst>
                    <a:ext uri="{9D8B030D-6E8A-4147-A177-3AD203B41FA5}">
                      <a16:colId xmlns:a16="http://schemas.microsoft.com/office/drawing/2014/main" val="3670627041"/>
                    </a:ext>
                  </a:extLst>
                </a:gridCol>
                <a:gridCol w="2300224">
                  <a:extLst>
                    <a:ext uri="{9D8B030D-6E8A-4147-A177-3AD203B41FA5}">
                      <a16:colId xmlns:a16="http://schemas.microsoft.com/office/drawing/2014/main" val="1863378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l-N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85969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Actual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amount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€2395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63133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Big </a:t>
                      </a:r>
                      <a:r>
                        <a:rPr lang="nl-NL" dirty="0" err="1"/>
                        <a:t>expens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- €860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5419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No bars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+€426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730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Hospital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bill</a:t>
                      </a:r>
                      <a:r>
                        <a:rPr lang="nl-N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+€200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663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err="1"/>
                        <a:t>Spending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if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the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month</a:t>
                      </a:r>
                      <a:r>
                        <a:rPr lang="nl-NL" dirty="0"/>
                        <a:t> was </a:t>
                      </a:r>
                      <a:r>
                        <a:rPr lang="nl-NL" dirty="0" err="1"/>
                        <a:t>normal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€2161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83713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/>
                        <a:t>Of </a:t>
                      </a:r>
                      <a:r>
                        <a:rPr lang="nl-NL" dirty="0" err="1"/>
                        <a:t>by</a:t>
                      </a:r>
                      <a:r>
                        <a:rPr lang="nl-NL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/>
                        <a:t>€75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44235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981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FB7FDD-2815-60FC-9E62-D7645DC33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Conclusion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Impact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CB86EB4-A7FE-845A-FE43-A87B45FC0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6745" y="2248257"/>
            <a:ext cx="3919888" cy="3650155"/>
          </a:xfrm>
        </p:spPr>
        <p:txBody>
          <a:bodyPr/>
          <a:lstStyle/>
          <a:p>
            <a:pPr marL="0" indent="0">
              <a:buNone/>
            </a:pPr>
            <a:r>
              <a:rPr lang="nl-NL" dirty="0" err="1">
                <a:solidFill>
                  <a:schemeClr val="tx1"/>
                </a:solidFill>
              </a:rPr>
              <a:t>Achievements</a:t>
            </a:r>
            <a:r>
              <a:rPr lang="nl-NL" dirty="0">
                <a:solidFill>
                  <a:schemeClr val="tx1"/>
                </a:solidFill>
              </a:rPr>
              <a:t>: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• 100% </a:t>
            </a:r>
            <a:r>
              <a:rPr lang="nl-NL" dirty="0" err="1">
                <a:solidFill>
                  <a:schemeClr val="tx1"/>
                </a:solidFill>
              </a:rPr>
              <a:t>automated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categorization</a:t>
            </a: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• </a:t>
            </a:r>
            <a:r>
              <a:rPr lang="nl-NL" dirty="0" err="1">
                <a:solidFill>
                  <a:schemeClr val="tx1"/>
                </a:solidFill>
              </a:rPr>
              <a:t>Reliable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spending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predictions</a:t>
            </a:r>
            <a:r>
              <a:rPr lang="nl-NL" dirty="0">
                <a:solidFill>
                  <a:schemeClr val="tx1"/>
                </a:solidFill>
              </a:rPr>
              <a:t>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• </a:t>
            </a:r>
            <a:r>
              <a:rPr lang="nl-NL" dirty="0" err="1">
                <a:solidFill>
                  <a:schemeClr val="tx1"/>
                </a:solidFill>
              </a:rPr>
              <a:t>Anomaly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detection</a:t>
            </a:r>
            <a:r>
              <a:rPr lang="nl-NL" dirty="0">
                <a:solidFill>
                  <a:schemeClr val="tx1"/>
                </a:solidFill>
              </a:rPr>
              <a:t> system </a:t>
            </a:r>
          </a:p>
          <a:p>
            <a:pPr marL="0" indent="0">
              <a:buNone/>
            </a:pPr>
            <a:r>
              <a:rPr lang="nl-NL" dirty="0">
                <a:solidFill>
                  <a:schemeClr val="tx1"/>
                </a:solidFill>
              </a:rPr>
              <a:t>• Professional </a:t>
            </a:r>
            <a:r>
              <a:rPr lang="nl-NL" dirty="0" err="1">
                <a:solidFill>
                  <a:schemeClr val="tx1"/>
                </a:solidFill>
              </a:rPr>
              <a:t>documentation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Tekstvak 3">
            <a:extLst>
              <a:ext uri="{FF2B5EF4-FFF2-40B4-BE49-F238E27FC236}">
                <a16:creationId xmlns:a16="http://schemas.microsoft.com/office/drawing/2014/main" id="{5C10C986-7B7E-8473-8C7D-372C459AA95D}"/>
              </a:ext>
            </a:extLst>
          </p:cNvPr>
          <p:cNvSpPr txBox="1"/>
          <p:nvPr/>
        </p:nvSpPr>
        <p:spPr>
          <a:xfrm>
            <a:off x="5504908" y="2023864"/>
            <a:ext cx="391988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Business Value: </a:t>
            </a:r>
          </a:p>
          <a:p>
            <a:r>
              <a:rPr lang="en-US" sz="2000" dirty="0"/>
              <a:t>• Save 5+ hours/month tracking  </a:t>
            </a:r>
          </a:p>
          <a:p>
            <a:r>
              <a:rPr lang="en-US" sz="2000" dirty="0"/>
              <a:t>• Better spending awareness </a:t>
            </a:r>
          </a:p>
          <a:p>
            <a:r>
              <a:rPr lang="en-US" sz="2000" dirty="0"/>
              <a:t>• Early anomaly detection </a:t>
            </a:r>
          </a:p>
          <a:p>
            <a:r>
              <a:rPr lang="en-US" sz="2000" dirty="0"/>
              <a:t>• Data-driven budgeting</a:t>
            </a:r>
            <a:endParaRPr lang="nl-NL" sz="2000" dirty="0"/>
          </a:p>
        </p:txBody>
      </p:sp>
      <p:sp>
        <p:nvSpPr>
          <p:cNvPr id="5" name="Tekstvak 4">
            <a:extLst>
              <a:ext uri="{FF2B5EF4-FFF2-40B4-BE49-F238E27FC236}">
                <a16:creationId xmlns:a16="http://schemas.microsoft.com/office/drawing/2014/main" id="{F3617EEA-3981-D6B7-60A3-10D09FB1B168}"/>
              </a:ext>
            </a:extLst>
          </p:cNvPr>
          <p:cNvSpPr txBox="1"/>
          <p:nvPr/>
        </p:nvSpPr>
        <p:spPr>
          <a:xfrm>
            <a:off x="966744" y="5171768"/>
            <a:ext cx="36654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Future Improvements: </a:t>
            </a:r>
          </a:p>
          <a:p>
            <a:r>
              <a:rPr lang="en-US" sz="2000" dirty="0"/>
              <a:t>• Real-time API integration</a:t>
            </a:r>
          </a:p>
          <a:p>
            <a:r>
              <a:rPr lang="en-US" sz="2000" dirty="0"/>
              <a:t>• Mobile app </a:t>
            </a:r>
          </a:p>
          <a:p>
            <a:r>
              <a:rPr lang="en-US" sz="2000" dirty="0"/>
              <a:t>• Budget alerts</a:t>
            </a:r>
            <a:endParaRPr lang="nl-NL" sz="2000" dirty="0"/>
          </a:p>
        </p:txBody>
      </p:sp>
      <p:pic>
        <p:nvPicPr>
          <p:cNvPr id="3074" name="Picture 2" descr="Achievements - Apps op Google Play">
            <a:extLst>
              <a:ext uri="{FF2B5EF4-FFF2-40B4-BE49-F238E27FC236}">
                <a16:creationId xmlns:a16="http://schemas.microsoft.com/office/drawing/2014/main" id="{ED34247F-BD27-988C-CE8F-6EE19DD7A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231" y="0"/>
            <a:ext cx="1787769" cy="178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1751195"/>
      </p:ext>
    </p:extLst>
  </p:cSld>
  <p:clrMapOvr>
    <a:masterClrMapping/>
  </p:clrMapOvr>
</p:sld>
</file>

<file path=ppt/theme/theme1.xml><?xml version="1.0" encoding="utf-8"?>
<a:theme xmlns:a="http://schemas.openxmlformats.org/drawingml/2006/main" name="MarrakeshVTI">
  <a:themeElements>
    <a:clrScheme name="Marrakesh">
      <a:dk1>
        <a:srgbClr val="000000"/>
      </a:dk1>
      <a:lt1>
        <a:srgbClr val="FFFFFF"/>
      </a:lt1>
      <a:dk2>
        <a:srgbClr val="431C30"/>
      </a:dk2>
      <a:lt2>
        <a:srgbClr val="F3F0EF"/>
      </a:lt2>
      <a:accent1>
        <a:srgbClr val="B35B55"/>
      </a:accent1>
      <a:accent2>
        <a:srgbClr val="CF7E6C"/>
      </a:accent2>
      <a:accent3>
        <a:srgbClr val="CA8F58"/>
      </a:accent3>
      <a:accent4>
        <a:srgbClr val="A97C54"/>
      </a:accent4>
      <a:accent5>
        <a:srgbClr val="917E45"/>
      </a:accent5>
      <a:accent6>
        <a:srgbClr val="647576"/>
      </a:accent6>
      <a:hlink>
        <a:srgbClr val="A25872"/>
      </a:hlink>
      <a:folHlink>
        <a:srgbClr val="667A7E"/>
      </a:folHlink>
    </a:clrScheme>
    <a:fontScheme name="Goudy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rrakeshVTI" id="{DCD97A9B-DAE4-42FA-B2F9-0A5C34F43D6C}" vid="{A7163F41-974B-4A88-831F-D9DFFFE40C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427</Words>
  <Application>Microsoft Office PowerPoint</Application>
  <PresentationFormat>Breedbeeld</PresentationFormat>
  <Paragraphs>92</Paragraphs>
  <Slides>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2</vt:i4>
      </vt:variant>
      <vt:variant>
        <vt:lpstr>Thema</vt:lpstr>
      </vt:variant>
      <vt:variant>
        <vt:i4>1</vt:i4>
      </vt:variant>
      <vt:variant>
        <vt:lpstr>Diatitels</vt:lpstr>
      </vt:variant>
      <vt:variant>
        <vt:i4>7</vt:i4>
      </vt:variant>
    </vt:vector>
  </HeadingPairs>
  <TitlesOfParts>
    <vt:vector size="10" baseType="lpstr">
      <vt:lpstr>Arial</vt:lpstr>
      <vt:lpstr>Goudy Old Style</vt:lpstr>
      <vt:lpstr>MarrakeshVTI</vt:lpstr>
      <vt:lpstr>Personal finance advisor</vt:lpstr>
      <vt:lpstr>Problem solution</vt:lpstr>
      <vt:lpstr>Data and Methodology</vt:lpstr>
      <vt:lpstr>Feuture</vt:lpstr>
      <vt:lpstr>Key insights</vt:lpstr>
      <vt:lpstr>Actual spending</vt:lpstr>
      <vt:lpstr>Conclusion and Impact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Jasper croijmans</dc:creator>
  <cp:lastModifiedBy>Jasper croijmans</cp:lastModifiedBy>
  <cp:revision>1</cp:revision>
  <dcterms:created xsi:type="dcterms:W3CDTF">2026-01-06T14:23:10Z</dcterms:created>
  <dcterms:modified xsi:type="dcterms:W3CDTF">2026-01-13T14:23:45Z</dcterms:modified>
</cp:coreProperties>
</file>